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98F680-492D-46FF-9408-1BEC8DEE19BB}" type="doc">
      <dgm:prSet loTypeId="urn:microsoft.com/office/officeart/2005/8/layout/orgChart1" loCatId="hierarchy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C3E8F3-E857-43B7-98A6-74A42289C345}">
      <dgm:prSet custT="1"/>
      <dgm:spPr/>
      <dgm:t>
        <a:bodyPr/>
        <a:lstStyle/>
        <a:p>
          <a:pPr rtl="0" eaLnBrk="1" latinLnBrk="0"/>
          <a:r>
            <a:rPr lang="en-US" sz="800" b="1" dirty="0"/>
            <a:t>Joshua D Shipman</a:t>
          </a:r>
        </a:p>
        <a:p>
          <a:pPr rtl="0" eaLnBrk="1" latinLnBrk="0"/>
          <a:r>
            <a:rPr lang="en-US" sz="800" b="1" dirty="0"/>
            <a:t>Claims Manager</a:t>
          </a:r>
        </a:p>
      </dgm:t>
    </dgm:pt>
    <dgm:pt modelId="{9E97769E-1312-4F5F-AAF7-A4C5621BEA2A}" type="parTrans" cxnId="{32EC1BEF-D27C-4DD5-99A0-5BE0D519438A}">
      <dgm:prSet/>
      <dgm:spPr/>
      <dgm:t>
        <a:bodyPr/>
        <a:lstStyle/>
        <a:p>
          <a:endParaRPr lang="en-US"/>
        </a:p>
      </dgm:t>
    </dgm:pt>
    <dgm:pt modelId="{B9BE3398-1F21-41A3-876A-1A1887A3711F}" type="sibTrans" cxnId="{32EC1BEF-D27C-4DD5-99A0-5BE0D519438A}">
      <dgm:prSet/>
      <dgm:spPr/>
      <dgm:t>
        <a:bodyPr/>
        <a:lstStyle/>
        <a:p>
          <a:endParaRPr lang="en-US"/>
        </a:p>
      </dgm:t>
    </dgm:pt>
    <dgm:pt modelId="{9EAB8208-EA65-4FE4-90CF-724EA0F49263}">
      <dgm:prSet custT="1"/>
      <dgm:spPr/>
      <dgm:t>
        <a:bodyPr/>
        <a:lstStyle/>
        <a:p>
          <a:r>
            <a:rPr lang="en-US" sz="800" dirty="0"/>
            <a:t>Franco Glaze Total Loss</a:t>
          </a:r>
        </a:p>
      </dgm:t>
    </dgm:pt>
    <dgm:pt modelId="{135D940D-60B0-4992-9D94-B5E100CCE0C1}" type="parTrans" cxnId="{1D32C22B-89A1-415F-AD3C-8DF45456D2FB}">
      <dgm:prSet/>
      <dgm:spPr/>
      <dgm:t>
        <a:bodyPr/>
        <a:lstStyle/>
        <a:p>
          <a:endParaRPr lang="en-US" sz="800"/>
        </a:p>
      </dgm:t>
    </dgm:pt>
    <dgm:pt modelId="{63BCC988-EDAD-47CD-A3FC-F8FA3B609010}" type="sibTrans" cxnId="{1D32C22B-89A1-415F-AD3C-8DF45456D2FB}">
      <dgm:prSet/>
      <dgm:spPr/>
      <dgm:t>
        <a:bodyPr/>
        <a:lstStyle/>
        <a:p>
          <a:endParaRPr lang="en-US"/>
        </a:p>
      </dgm:t>
    </dgm:pt>
    <dgm:pt modelId="{B8735C6D-CACE-4339-9B1B-510D6E70DE63}">
      <dgm:prSet custT="1"/>
      <dgm:spPr/>
      <dgm:t>
        <a:bodyPr/>
        <a:lstStyle/>
        <a:p>
          <a:r>
            <a:rPr lang="en-US" sz="800" dirty="0"/>
            <a:t>Martha Parsons</a:t>
          </a:r>
        </a:p>
      </dgm:t>
    </dgm:pt>
    <dgm:pt modelId="{B35845EF-03F0-4DFA-8ADB-C0677A7F166D}" type="parTrans" cxnId="{285E7562-A052-4E85-9CE8-10255D4F7146}">
      <dgm:prSet/>
      <dgm:spPr/>
      <dgm:t>
        <a:bodyPr/>
        <a:lstStyle/>
        <a:p>
          <a:endParaRPr lang="en-US" sz="800"/>
        </a:p>
      </dgm:t>
    </dgm:pt>
    <dgm:pt modelId="{7EEDD96D-8272-42DA-B8F3-921DB086E3A9}" type="sibTrans" cxnId="{285E7562-A052-4E85-9CE8-10255D4F7146}">
      <dgm:prSet/>
      <dgm:spPr/>
      <dgm:t>
        <a:bodyPr/>
        <a:lstStyle/>
        <a:p>
          <a:endParaRPr lang="en-US"/>
        </a:p>
      </dgm:t>
    </dgm:pt>
    <dgm:pt modelId="{EC3BE789-1BDA-4BD9-9750-17B2C9053C92}">
      <dgm:prSet custT="1"/>
      <dgm:spPr/>
      <dgm:t>
        <a:bodyPr/>
        <a:lstStyle/>
        <a:p>
          <a:r>
            <a:rPr lang="en-US" sz="800" dirty="0"/>
            <a:t>Frank Sarabia</a:t>
          </a:r>
        </a:p>
      </dgm:t>
    </dgm:pt>
    <dgm:pt modelId="{4391A16B-7E8D-4C1B-9F76-55556112F0DB}" type="parTrans" cxnId="{EAB135D2-D0C0-482C-A17D-C71DF0AF2626}">
      <dgm:prSet/>
      <dgm:spPr/>
      <dgm:t>
        <a:bodyPr/>
        <a:lstStyle/>
        <a:p>
          <a:endParaRPr lang="en-US" sz="800"/>
        </a:p>
      </dgm:t>
    </dgm:pt>
    <dgm:pt modelId="{AF1965D1-0C21-4E42-B952-002F177B3532}" type="sibTrans" cxnId="{EAB135D2-D0C0-482C-A17D-C71DF0AF2626}">
      <dgm:prSet/>
      <dgm:spPr/>
      <dgm:t>
        <a:bodyPr/>
        <a:lstStyle/>
        <a:p>
          <a:endParaRPr lang="en-US"/>
        </a:p>
      </dgm:t>
    </dgm:pt>
    <dgm:pt modelId="{4B684A12-CF5A-4D65-9CBB-8581FE62A5FF}">
      <dgm:prSet custT="1"/>
      <dgm:spPr/>
      <dgm:t>
        <a:bodyPr/>
        <a:lstStyle/>
        <a:p>
          <a:pPr algn="l"/>
          <a:r>
            <a:rPr lang="en-US" sz="800" b="1" dirty="0"/>
            <a:t>      Call Center</a:t>
          </a:r>
        </a:p>
      </dgm:t>
    </dgm:pt>
    <dgm:pt modelId="{B1DC5FA2-A42A-4406-9FA8-6A732FBC70F6}" type="parTrans" cxnId="{74AA83FD-C80C-43F9-96A1-3E1E894A2286}">
      <dgm:prSet/>
      <dgm:spPr/>
      <dgm:t>
        <a:bodyPr/>
        <a:lstStyle/>
        <a:p>
          <a:endParaRPr lang="en-US" sz="800"/>
        </a:p>
      </dgm:t>
    </dgm:pt>
    <dgm:pt modelId="{C7F79109-3567-488B-A89B-FD98A8F91592}" type="sibTrans" cxnId="{74AA83FD-C80C-43F9-96A1-3E1E894A2286}">
      <dgm:prSet/>
      <dgm:spPr/>
      <dgm:t>
        <a:bodyPr/>
        <a:lstStyle/>
        <a:p>
          <a:endParaRPr lang="en-US"/>
        </a:p>
      </dgm:t>
    </dgm:pt>
    <dgm:pt modelId="{6F3A2251-19DF-47B6-84B2-CA5E6E9545EF}">
      <dgm:prSet custT="1"/>
      <dgm:spPr/>
      <dgm:t>
        <a:bodyPr/>
        <a:lstStyle/>
        <a:p>
          <a:r>
            <a:rPr lang="en-US" sz="800" dirty="0"/>
            <a:t>Brenda Ramirez</a:t>
          </a:r>
        </a:p>
      </dgm:t>
    </dgm:pt>
    <dgm:pt modelId="{9257D3D0-F69D-44B1-9A5E-9C5B2677C391}" type="parTrans" cxnId="{DAD451EF-E8E5-4192-950B-78B1383D83C8}">
      <dgm:prSet/>
      <dgm:spPr/>
      <dgm:t>
        <a:bodyPr/>
        <a:lstStyle/>
        <a:p>
          <a:endParaRPr lang="en-US" sz="800"/>
        </a:p>
      </dgm:t>
    </dgm:pt>
    <dgm:pt modelId="{88521646-2691-403C-B90C-069B1A2CF04D}" type="sibTrans" cxnId="{DAD451EF-E8E5-4192-950B-78B1383D83C8}">
      <dgm:prSet/>
      <dgm:spPr/>
      <dgm:t>
        <a:bodyPr/>
        <a:lstStyle/>
        <a:p>
          <a:endParaRPr lang="en-US"/>
        </a:p>
      </dgm:t>
    </dgm:pt>
    <dgm:pt modelId="{A21CAB36-8DBA-498C-8265-487A8AAF91F3}">
      <dgm:prSet custT="1"/>
      <dgm:spPr/>
      <dgm:t>
        <a:bodyPr/>
        <a:lstStyle/>
        <a:p>
          <a:r>
            <a:rPr lang="en-US" sz="800" dirty="0"/>
            <a:t>Liliana Manzano</a:t>
          </a:r>
        </a:p>
      </dgm:t>
    </dgm:pt>
    <dgm:pt modelId="{D4825590-3148-4CC3-9196-7B72EE201230}" type="parTrans" cxnId="{52AD8D0A-1D82-4D07-BF1D-2F044F37AB0A}">
      <dgm:prSet/>
      <dgm:spPr/>
      <dgm:t>
        <a:bodyPr/>
        <a:lstStyle/>
        <a:p>
          <a:endParaRPr lang="en-US" sz="800"/>
        </a:p>
      </dgm:t>
    </dgm:pt>
    <dgm:pt modelId="{34717B66-A0DF-4A7A-A59B-DE53E2BC9B5A}" type="sibTrans" cxnId="{52AD8D0A-1D82-4D07-BF1D-2F044F37AB0A}">
      <dgm:prSet/>
      <dgm:spPr/>
      <dgm:t>
        <a:bodyPr/>
        <a:lstStyle/>
        <a:p>
          <a:endParaRPr lang="en-US"/>
        </a:p>
      </dgm:t>
    </dgm:pt>
    <dgm:pt modelId="{E21EBC76-4FF9-4BEF-82B1-C83C9DBC4959}">
      <dgm:prSet custT="1"/>
      <dgm:spPr/>
      <dgm:t>
        <a:bodyPr/>
        <a:lstStyle/>
        <a:p>
          <a:r>
            <a:rPr lang="en-US" sz="800" dirty="0"/>
            <a:t>Azucena Chacon</a:t>
          </a:r>
        </a:p>
      </dgm:t>
    </dgm:pt>
    <dgm:pt modelId="{75670877-000B-4828-9F99-1ED768959B88}" type="parTrans" cxnId="{2E3F2B71-619B-4403-B8F8-A8A6EBCC54D5}">
      <dgm:prSet/>
      <dgm:spPr/>
      <dgm:t>
        <a:bodyPr/>
        <a:lstStyle/>
        <a:p>
          <a:endParaRPr lang="en-US" sz="800"/>
        </a:p>
      </dgm:t>
    </dgm:pt>
    <dgm:pt modelId="{E79292DC-D2B1-4B4D-853D-CCD0F34C4BE2}" type="sibTrans" cxnId="{2E3F2B71-619B-4403-B8F8-A8A6EBCC54D5}">
      <dgm:prSet/>
      <dgm:spPr/>
      <dgm:t>
        <a:bodyPr/>
        <a:lstStyle/>
        <a:p>
          <a:endParaRPr lang="en-US"/>
        </a:p>
      </dgm:t>
    </dgm:pt>
    <dgm:pt modelId="{C7D99490-53EE-477C-BB83-900BE1A6EAB5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800" dirty="0"/>
            <a:t>Meagin Ayala Specialty</a:t>
          </a:r>
        </a:p>
      </dgm:t>
    </dgm:pt>
    <dgm:pt modelId="{928889B6-5E33-4D93-BF48-337B2F58A652}" type="parTrans" cxnId="{4EB2C3A1-C5B6-48E1-973E-CCE26BC1D780}">
      <dgm:prSet/>
      <dgm:spPr/>
      <dgm:t>
        <a:bodyPr/>
        <a:lstStyle/>
        <a:p>
          <a:endParaRPr lang="en-US" sz="800"/>
        </a:p>
      </dgm:t>
    </dgm:pt>
    <dgm:pt modelId="{D3FE131E-9F7D-442F-B1AF-43222420343F}" type="sibTrans" cxnId="{4EB2C3A1-C5B6-48E1-973E-CCE26BC1D780}">
      <dgm:prSet/>
      <dgm:spPr/>
      <dgm:t>
        <a:bodyPr/>
        <a:lstStyle/>
        <a:p>
          <a:endParaRPr lang="en-US"/>
        </a:p>
      </dgm:t>
    </dgm:pt>
    <dgm:pt modelId="{99A3DA22-FB73-496E-AA8C-D3D7098F72EA}">
      <dgm:prSet custT="1"/>
      <dgm:spPr/>
      <dgm:t>
        <a:bodyPr/>
        <a:lstStyle/>
        <a:p>
          <a:r>
            <a:rPr lang="en-US" sz="800" dirty="0"/>
            <a:t>Jorge Lastra</a:t>
          </a:r>
        </a:p>
      </dgm:t>
    </dgm:pt>
    <dgm:pt modelId="{37F93ED8-C74B-46CB-BBE0-F8F99F48A3AE}" type="sibTrans" cxnId="{A6808106-624A-4262-B5D3-4E866122512B}">
      <dgm:prSet/>
      <dgm:spPr/>
      <dgm:t>
        <a:bodyPr/>
        <a:lstStyle/>
        <a:p>
          <a:endParaRPr lang="en-US"/>
        </a:p>
      </dgm:t>
    </dgm:pt>
    <dgm:pt modelId="{A58A8700-F433-4BAC-85E9-2AAABF973E4B}" type="parTrans" cxnId="{A6808106-624A-4262-B5D3-4E866122512B}">
      <dgm:prSet/>
      <dgm:spPr/>
      <dgm:t>
        <a:bodyPr/>
        <a:lstStyle/>
        <a:p>
          <a:endParaRPr lang="en-US" sz="800"/>
        </a:p>
      </dgm:t>
    </dgm:pt>
    <dgm:pt modelId="{E165EE5D-9877-4795-829F-201150F2A8A9}">
      <dgm:prSet custT="1"/>
      <dgm:spPr/>
      <dgm:t>
        <a:bodyPr/>
        <a:lstStyle/>
        <a:p>
          <a:r>
            <a:rPr lang="en-US" sz="800" dirty="0"/>
            <a:t>Roxanne Tieman</a:t>
          </a:r>
        </a:p>
      </dgm:t>
    </dgm:pt>
    <dgm:pt modelId="{1A64265F-8F6F-4EBF-BB46-27D05731DC1E}" type="sibTrans" cxnId="{DEF1DB12-20D1-420C-B565-3505DA550124}">
      <dgm:prSet/>
      <dgm:spPr/>
      <dgm:t>
        <a:bodyPr/>
        <a:lstStyle/>
        <a:p>
          <a:endParaRPr lang="en-US"/>
        </a:p>
      </dgm:t>
    </dgm:pt>
    <dgm:pt modelId="{C60669A4-0ED8-406D-9898-B8719B29F926}" type="parTrans" cxnId="{DEF1DB12-20D1-420C-B565-3505DA550124}">
      <dgm:prSet/>
      <dgm:spPr/>
      <dgm:t>
        <a:bodyPr/>
        <a:lstStyle/>
        <a:p>
          <a:endParaRPr lang="en-US" sz="800"/>
        </a:p>
      </dgm:t>
    </dgm:pt>
    <dgm:pt modelId="{766C6A92-94FA-4AD5-9E61-F13BAB7AD60A}">
      <dgm:prSet custT="1"/>
      <dgm:spPr/>
      <dgm:t>
        <a:bodyPr/>
        <a:lstStyle/>
        <a:p>
          <a:pPr rtl="0" eaLnBrk="1" latinLnBrk="0"/>
          <a:r>
            <a:rPr lang="en-US" sz="800" b="1" dirty="0"/>
            <a:t>Fastlane</a:t>
          </a:r>
        </a:p>
      </dgm:t>
    </dgm:pt>
    <dgm:pt modelId="{BBA5FC78-244A-4877-B557-6B2E273D2C18}" type="parTrans" cxnId="{2A947017-A152-4A25-858F-8A20C9B38842}">
      <dgm:prSet/>
      <dgm:spPr/>
      <dgm:t>
        <a:bodyPr/>
        <a:lstStyle/>
        <a:p>
          <a:endParaRPr lang="en-US" sz="800"/>
        </a:p>
      </dgm:t>
    </dgm:pt>
    <dgm:pt modelId="{A2302219-9306-4882-92B1-5B5E1B1B07C6}" type="sibTrans" cxnId="{2A947017-A152-4A25-858F-8A20C9B38842}">
      <dgm:prSet/>
      <dgm:spPr/>
      <dgm:t>
        <a:bodyPr/>
        <a:lstStyle/>
        <a:p>
          <a:endParaRPr lang="en-US"/>
        </a:p>
      </dgm:t>
    </dgm:pt>
    <dgm:pt modelId="{1ECE2C6B-0C58-422F-94AF-9B5D58529296}">
      <dgm:prSet custT="1"/>
      <dgm:spPr/>
      <dgm:t>
        <a:bodyPr/>
        <a:lstStyle/>
        <a:p>
          <a:pPr rtl="0" eaLnBrk="1" latinLnBrk="0"/>
          <a:r>
            <a:rPr lang="en-US" sz="800" dirty="0"/>
            <a:t>Jessica Fuentes</a:t>
          </a:r>
        </a:p>
      </dgm:t>
    </dgm:pt>
    <dgm:pt modelId="{B944F06A-6C43-4C1E-A3D0-FC7DD2BBBB4F}" type="parTrans" cxnId="{A44E75C8-7BE8-4BFA-B7B9-45608C35B17F}">
      <dgm:prSet/>
      <dgm:spPr/>
      <dgm:t>
        <a:bodyPr/>
        <a:lstStyle/>
        <a:p>
          <a:endParaRPr lang="en-US" sz="800"/>
        </a:p>
      </dgm:t>
    </dgm:pt>
    <dgm:pt modelId="{41B73A2C-1113-40FA-A703-78E3AA79BF00}" type="sibTrans" cxnId="{A44E75C8-7BE8-4BFA-B7B9-45608C35B17F}">
      <dgm:prSet/>
      <dgm:spPr/>
      <dgm:t>
        <a:bodyPr/>
        <a:lstStyle/>
        <a:p>
          <a:endParaRPr lang="en-US"/>
        </a:p>
      </dgm:t>
    </dgm:pt>
    <dgm:pt modelId="{3DD08362-1CD5-43D2-8B99-C18811764BAD}">
      <dgm:prSet custT="1"/>
      <dgm:spPr>
        <a:solidFill>
          <a:schemeClr val="bg1"/>
        </a:solidFill>
      </dgm:spPr>
      <dgm:t>
        <a:bodyPr/>
        <a:lstStyle/>
        <a:p>
          <a:pPr rtl="0" eaLnBrk="1" latinLnBrk="0"/>
          <a:r>
            <a:rPr lang="en-US" sz="800" dirty="0"/>
            <a:t>Brandon Whitaker</a:t>
          </a:r>
        </a:p>
      </dgm:t>
    </dgm:pt>
    <dgm:pt modelId="{CD580026-98A8-405C-8089-E62568E57613}" type="parTrans" cxnId="{6FEBAB6F-924C-4C0C-A13A-F10379FF93FA}">
      <dgm:prSet/>
      <dgm:spPr/>
      <dgm:t>
        <a:bodyPr/>
        <a:lstStyle/>
        <a:p>
          <a:endParaRPr lang="en-US" sz="800"/>
        </a:p>
      </dgm:t>
    </dgm:pt>
    <dgm:pt modelId="{7AAAC3A7-00CA-42CC-996C-C2C65CDB9B9E}" type="sibTrans" cxnId="{6FEBAB6F-924C-4C0C-A13A-F10379FF93FA}">
      <dgm:prSet/>
      <dgm:spPr/>
      <dgm:t>
        <a:bodyPr/>
        <a:lstStyle/>
        <a:p>
          <a:endParaRPr lang="en-US"/>
        </a:p>
      </dgm:t>
    </dgm:pt>
    <dgm:pt modelId="{CBC26367-C508-48C6-BDE2-2289C6403C5D}">
      <dgm:prSet custT="1"/>
      <dgm:spPr>
        <a:solidFill>
          <a:schemeClr val="bg1"/>
        </a:solidFill>
      </dgm:spPr>
      <dgm:t>
        <a:bodyPr/>
        <a:lstStyle/>
        <a:p>
          <a:pPr rtl="0" eaLnBrk="1" latinLnBrk="0"/>
          <a:r>
            <a:rPr lang="en-US" sz="800" dirty="0"/>
            <a:t>Enrique Martinez</a:t>
          </a:r>
        </a:p>
      </dgm:t>
    </dgm:pt>
    <dgm:pt modelId="{F8C3C700-E9B9-4DCE-B674-E766422DB52F}" type="parTrans" cxnId="{DE8DBE82-37D8-4428-BD7C-F47165FEDBD2}">
      <dgm:prSet/>
      <dgm:spPr/>
      <dgm:t>
        <a:bodyPr/>
        <a:lstStyle/>
        <a:p>
          <a:endParaRPr lang="en-US" sz="800"/>
        </a:p>
      </dgm:t>
    </dgm:pt>
    <dgm:pt modelId="{F1801F78-A983-43A3-B68B-3DD0FDF51022}" type="sibTrans" cxnId="{DE8DBE82-37D8-4428-BD7C-F47165FEDBD2}">
      <dgm:prSet/>
      <dgm:spPr/>
      <dgm:t>
        <a:bodyPr/>
        <a:lstStyle/>
        <a:p>
          <a:endParaRPr lang="en-US"/>
        </a:p>
      </dgm:t>
    </dgm:pt>
    <dgm:pt modelId="{93D12AE6-14CE-4135-984C-061EE745FE47}">
      <dgm:prSet custT="1"/>
      <dgm:spPr/>
      <dgm:t>
        <a:bodyPr/>
        <a:lstStyle/>
        <a:p>
          <a:r>
            <a:rPr lang="en-US" sz="800" b="0" kern="1200" dirty="0"/>
            <a:t>Desirae Nickelberry </a:t>
          </a:r>
        </a:p>
        <a:p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(Glass Only)</a:t>
          </a:r>
        </a:p>
      </dgm:t>
    </dgm:pt>
    <dgm:pt modelId="{B35D0BCE-1593-4188-BC21-A41FE6B88330}" type="parTrans" cxnId="{21788DE3-199E-4C45-BE63-FA9164C0DC88}">
      <dgm:prSet/>
      <dgm:spPr/>
      <dgm:t>
        <a:bodyPr/>
        <a:lstStyle/>
        <a:p>
          <a:endParaRPr lang="en-US" sz="800"/>
        </a:p>
      </dgm:t>
    </dgm:pt>
    <dgm:pt modelId="{8DCC4CA6-ACD2-454B-B690-8F44DA0DC45E}" type="sibTrans" cxnId="{21788DE3-199E-4C45-BE63-FA9164C0DC88}">
      <dgm:prSet/>
      <dgm:spPr/>
      <dgm:t>
        <a:bodyPr/>
        <a:lstStyle/>
        <a:p>
          <a:endParaRPr lang="en-US"/>
        </a:p>
      </dgm:t>
    </dgm:pt>
    <dgm:pt modelId="{C54E7E19-A3C9-4341-990B-2839F05445ED}">
      <dgm:prSet custT="1"/>
      <dgm:spPr/>
      <dgm:t>
        <a:bodyPr/>
        <a:lstStyle/>
        <a:p>
          <a:r>
            <a:rPr lang="en-US" sz="800" dirty="0"/>
            <a:t>Asia Scott </a:t>
          </a:r>
        </a:p>
        <a:p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422B081E-22B4-4583-9A10-B11C691FA1EE}" type="parTrans" cxnId="{3024FE6D-156D-4BBB-BE41-0F6DF818803C}">
      <dgm:prSet/>
      <dgm:spPr/>
      <dgm:t>
        <a:bodyPr/>
        <a:lstStyle/>
        <a:p>
          <a:endParaRPr lang="en-US" sz="800"/>
        </a:p>
      </dgm:t>
    </dgm:pt>
    <dgm:pt modelId="{4A36E535-1C39-49A0-AB05-6C1244205133}" type="sibTrans" cxnId="{3024FE6D-156D-4BBB-BE41-0F6DF818803C}">
      <dgm:prSet/>
      <dgm:spPr/>
      <dgm:t>
        <a:bodyPr/>
        <a:lstStyle/>
        <a:p>
          <a:endParaRPr lang="en-US"/>
        </a:p>
      </dgm:t>
    </dgm:pt>
    <dgm:pt modelId="{CBFBEA91-81CC-4EBB-A9F0-03A080ADA66F}">
      <dgm:prSet custT="1"/>
      <dgm:spPr/>
      <dgm:t>
        <a:bodyPr/>
        <a:lstStyle/>
        <a:p>
          <a:r>
            <a:rPr lang="en-US" sz="800" dirty="0"/>
            <a:t>Emely Hernandez </a:t>
          </a:r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5DE54939-D99A-45DA-9E9E-0894F92AF7CE}" type="parTrans" cxnId="{4937E1EE-2F95-4C1F-844A-311A318B2B52}">
      <dgm:prSet/>
      <dgm:spPr/>
      <dgm:t>
        <a:bodyPr/>
        <a:lstStyle/>
        <a:p>
          <a:endParaRPr lang="en-US" sz="800"/>
        </a:p>
      </dgm:t>
    </dgm:pt>
    <dgm:pt modelId="{08D3FD66-168B-4DB4-A7D7-5EDE00904EBD}" type="sibTrans" cxnId="{4937E1EE-2F95-4C1F-844A-311A318B2B52}">
      <dgm:prSet/>
      <dgm:spPr/>
      <dgm:t>
        <a:bodyPr/>
        <a:lstStyle/>
        <a:p>
          <a:endParaRPr lang="en-US"/>
        </a:p>
      </dgm:t>
    </dgm:pt>
    <dgm:pt modelId="{1AB0B114-74BC-4DC9-BC83-1035E67BA125}">
      <dgm:prSet custT="1"/>
      <dgm:spPr/>
      <dgm:t>
        <a:bodyPr/>
        <a:lstStyle/>
        <a:p>
          <a:r>
            <a:rPr lang="en-US" sz="800" dirty="0"/>
            <a:t>Carol Gilbert</a:t>
          </a:r>
        </a:p>
        <a:p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B954C91C-FD9D-4C5D-B097-C3C5FB981E1B}" type="parTrans" cxnId="{1D7A1F18-873D-458C-8B68-7B2A4860A3D3}">
      <dgm:prSet/>
      <dgm:spPr/>
      <dgm:t>
        <a:bodyPr/>
        <a:lstStyle/>
        <a:p>
          <a:endParaRPr lang="en-US" sz="800"/>
        </a:p>
      </dgm:t>
    </dgm:pt>
    <dgm:pt modelId="{4DAB0C83-5C2A-42C4-AE75-2E899E70597C}" type="sibTrans" cxnId="{1D7A1F18-873D-458C-8B68-7B2A4860A3D3}">
      <dgm:prSet/>
      <dgm:spPr/>
      <dgm:t>
        <a:bodyPr/>
        <a:lstStyle/>
        <a:p>
          <a:endParaRPr lang="en-US"/>
        </a:p>
      </dgm:t>
    </dgm:pt>
    <dgm:pt modelId="{9881C259-CA63-484C-911A-739643CE7E57}">
      <dgm:prSet custT="1"/>
      <dgm:spPr/>
      <dgm:t>
        <a:bodyPr/>
        <a:lstStyle/>
        <a:p>
          <a:r>
            <a:rPr lang="en-US" sz="800" dirty="0"/>
            <a:t>Alex Spitzer</a:t>
          </a:r>
        </a:p>
        <a:p>
          <a:r>
            <a:rPr lang="en-US" sz="800" dirty="0"/>
            <a:t>(</a:t>
          </a:r>
          <a:r>
            <a:rPr lang="en-US" sz="800" dirty="0">
              <a:highlight>
                <a:srgbClr val="FFFF00"/>
              </a:highlight>
            </a:rPr>
            <a:t>Currently in Training</a:t>
          </a:r>
          <a:r>
            <a:rPr lang="en-US" sz="800" dirty="0"/>
            <a:t>)</a:t>
          </a:r>
        </a:p>
      </dgm:t>
    </dgm:pt>
    <dgm:pt modelId="{70413013-57F8-4BB7-9CC2-4EE77AE54DD0}" type="parTrans" cxnId="{CAC7F072-7D64-4063-9BF1-0E2BFD2F06CF}">
      <dgm:prSet/>
      <dgm:spPr/>
      <dgm:t>
        <a:bodyPr/>
        <a:lstStyle/>
        <a:p>
          <a:endParaRPr lang="en-US" sz="800"/>
        </a:p>
      </dgm:t>
    </dgm:pt>
    <dgm:pt modelId="{53DCF722-7D86-4DAE-8BF0-DE11C10442DC}" type="sibTrans" cxnId="{CAC7F072-7D64-4063-9BF1-0E2BFD2F06CF}">
      <dgm:prSet/>
      <dgm:spPr/>
      <dgm:t>
        <a:bodyPr/>
        <a:lstStyle/>
        <a:p>
          <a:endParaRPr lang="en-US"/>
        </a:p>
      </dgm:t>
    </dgm:pt>
    <dgm:pt modelId="{40A391D4-FFFB-4EF0-B895-BFFD7386E0F6}">
      <dgm:prSet custT="1"/>
      <dgm:spPr>
        <a:solidFill>
          <a:schemeClr val="bg1"/>
        </a:solidFill>
      </dgm:spPr>
      <dgm:t>
        <a:bodyPr/>
        <a:lstStyle/>
        <a:p>
          <a:r>
            <a:rPr lang="en-US" sz="800" dirty="0"/>
            <a:t>Tim Morris</a:t>
          </a:r>
        </a:p>
        <a:p>
          <a:r>
            <a:rPr lang="en-US" sz="800" dirty="0">
              <a:highlight>
                <a:srgbClr val="FFFF00"/>
              </a:highlight>
            </a:rPr>
            <a:t>(LOA)</a:t>
          </a:r>
        </a:p>
      </dgm:t>
    </dgm:pt>
    <dgm:pt modelId="{8E7E7A18-AEF5-401B-B218-5E05B1190D56}" type="parTrans" cxnId="{FAFC39C7-534D-4731-818B-134FED551A97}">
      <dgm:prSet/>
      <dgm:spPr/>
      <dgm:t>
        <a:bodyPr/>
        <a:lstStyle/>
        <a:p>
          <a:endParaRPr lang="en-US" sz="800"/>
        </a:p>
      </dgm:t>
    </dgm:pt>
    <dgm:pt modelId="{2BB95577-4876-4E44-8AE4-D559EFFDCA4A}" type="sibTrans" cxnId="{FAFC39C7-534D-4731-818B-134FED551A97}">
      <dgm:prSet/>
      <dgm:spPr/>
      <dgm:t>
        <a:bodyPr/>
        <a:lstStyle/>
        <a:p>
          <a:endParaRPr lang="en-US"/>
        </a:p>
      </dgm:t>
    </dgm:pt>
    <dgm:pt modelId="{AB44CDFA-8F1B-4CB5-B083-7624C9F271D2}">
      <dgm:prSet custT="1"/>
      <dgm:spPr/>
      <dgm:t>
        <a:bodyPr/>
        <a:lstStyle/>
        <a:p>
          <a:r>
            <a:rPr lang="en-US" sz="800" b="1" dirty="0"/>
            <a:t>Total Loss</a:t>
          </a:r>
        </a:p>
      </dgm:t>
    </dgm:pt>
    <dgm:pt modelId="{30384F73-6583-46E9-9A18-C764AE4D2851}" type="parTrans" cxnId="{8305F958-B69C-4FEA-989E-F9BD8FB7D108}">
      <dgm:prSet/>
      <dgm:spPr/>
      <dgm:t>
        <a:bodyPr/>
        <a:lstStyle/>
        <a:p>
          <a:endParaRPr lang="en-US" sz="800"/>
        </a:p>
      </dgm:t>
    </dgm:pt>
    <dgm:pt modelId="{91B4FCF1-B520-44AD-989D-4FC418B7EC32}" type="sibTrans" cxnId="{8305F958-B69C-4FEA-989E-F9BD8FB7D108}">
      <dgm:prSet/>
      <dgm:spPr/>
      <dgm:t>
        <a:bodyPr/>
        <a:lstStyle/>
        <a:p>
          <a:endParaRPr lang="en-US"/>
        </a:p>
      </dgm:t>
    </dgm:pt>
    <dgm:pt modelId="{7A228164-D744-403B-B23F-CA73B38B60AE}">
      <dgm:prSet custT="1"/>
      <dgm:spPr/>
      <dgm:t>
        <a:bodyPr/>
        <a:lstStyle/>
        <a:p>
          <a:r>
            <a:rPr lang="en-US" sz="800" dirty="0"/>
            <a:t>Maria Ramirez</a:t>
          </a:r>
        </a:p>
      </dgm:t>
    </dgm:pt>
    <dgm:pt modelId="{957AE1B1-065A-44EC-A454-6F4331B59669}" type="parTrans" cxnId="{C11DB610-ACAA-4D1E-BDA6-28D936960305}">
      <dgm:prSet/>
      <dgm:spPr/>
      <dgm:t>
        <a:bodyPr/>
        <a:lstStyle/>
        <a:p>
          <a:endParaRPr lang="en-US" sz="800"/>
        </a:p>
      </dgm:t>
    </dgm:pt>
    <dgm:pt modelId="{F8F8508F-7DBF-498A-8645-8FBDE8D3EFDC}" type="sibTrans" cxnId="{C11DB610-ACAA-4D1E-BDA6-28D936960305}">
      <dgm:prSet/>
      <dgm:spPr/>
      <dgm:t>
        <a:bodyPr/>
        <a:lstStyle/>
        <a:p>
          <a:endParaRPr lang="en-US"/>
        </a:p>
      </dgm:t>
    </dgm:pt>
    <dgm:pt modelId="{84BC9238-9B9F-4415-AD7E-AC199CE60A50}">
      <dgm:prSet custT="1"/>
      <dgm:spPr/>
      <dgm:t>
        <a:bodyPr/>
        <a:lstStyle/>
        <a:p>
          <a:r>
            <a:rPr lang="en-US" sz="800" dirty="0"/>
            <a:t>Sentel Campbell</a:t>
          </a:r>
        </a:p>
      </dgm:t>
    </dgm:pt>
    <dgm:pt modelId="{85C35AA2-1273-40A7-9546-9BD37194545B}" type="parTrans" cxnId="{B0ACA244-CD69-48F6-BC3A-1FB7724B3EC9}">
      <dgm:prSet/>
      <dgm:spPr/>
      <dgm:t>
        <a:bodyPr/>
        <a:lstStyle/>
        <a:p>
          <a:endParaRPr lang="en-US" sz="800"/>
        </a:p>
      </dgm:t>
    </dgm:pt>
    <dgm:pt modelId="{ECAE6C44-D063-4151-B5AC-CB1344BAA584}" type="sibTrans" cxnId="{B0ACA244-CD69-48F6-BC3A-1FB7724B3EC9}">
      <dgm:prSet/>
      <dgm:spPr/>
      <dgm:t>
        <a:bodyPr/>
        <a:lstStyle/>
        <a:p>
          <a:endParaRPr lang="en-US"/>
        </a:p>
      </dgm:t>
    </dgm:pt>
    <dgm:pt modelId="{17310ED7-9D8B-4629-B39C-6896E7D7AB40}">
      <dgm:prSet custT="1"/>
      <dgm:spPr/>
      <dgm:t>
        <a:bodyPr/>
        <a:lstStyle/>
        <a:p>
          <a:r>
            <a:rPr lang="en-US" sz="800" dirty="0"/>
            <a:t>Ruben Mandujano</a:t>
          </a:r>
        </a:p>
      </dgm:t>
    </dgm:pt>
    <dgm:pt modelId="{AE2A2394-CB9B-471F-B50C-978A3C5ACF29}" type="parTrans" cxnId="{325A2EC8-5AB0-4877-8BDE-B4DFEC57A1F9}">
      <dgm:prSet/>
      <dgm:spPr/>
      <dgm:t>
        <a:bodyPr/>
        <a:lstStyle/>
        <a:p>
          <a:endParaRPr lang="en-US" sz="800"/>
        </a:p>
      </dgm:t>
    </dgm:pt>
    <dgm:pt modelId="{88E9A85C-29A0-461C-90FF-E9BA07667948}" type="sibTrans" cxnId="{325A2EC8-5AB0-4877-8BDE-B4DFEC57A1F9}">
      <dgm:prSet/>
      <dgm:spPr/>
      <dgm:t>
        <a:bodyPr/>
        <a:lstStyle/>
        <a:p>
          <a:endParaRPr lang="en-US"/>
        </a:p>
      </dgm:t>
    </dgm:pt>
    <dgm:pt modelId="{3C1E4AF5-5A8D-4797-8E06-79D4CB6FC6C8}">
      <dgm:prSet custT="1"/>
      <dgm:spPr/>
      <dgm:t>
        <a:bodyPr/>
        <a:lstStyle/>
        <a:p>
          <a:r>
            <a:rPr lang="en-US" sz="800" dirty="0"/>
            <a:t>Pender Gutierrez</a:t>
          </a:r>
        </a:p>
      </dgm:t>
    </dgm:pt>
    <dgm:pt modelId="{F472D0EB-4B77-4BE9-8A5C-081A38E486B1}" type="parTrans" cxnId="{9B1B8F3F-61D4-4A60-8F6F-F1FCDCE12B83}">
      <dgm:prSet/>
      <dgm:spPr/>
      <dgm:t>
        <a:bodyPr/>
        <a:lstStyle/>
        <a:p>
          <a:endParaRPr lang="en-US" sz="800"/>
        </a:p>
      </dgm:t>
    </dgm:pt>
    <dgm:pt modelId="{0F731CF7-F500-4CFC-B28F-0BEB525CC267}" type="sibTrans" cxnId="{9B1B8F3F-61D4-4A60-8F6F-F1FCDCE12B83}">
      <dgm:prSet/>
      <dgm:spPr/>
      <dgm:t>
        <a:bodyPr/>
        <a:lstStyle/>
        <a:p>
          <a:endParaRPr lang="en-US"/>
        </a:p>
      </dgm:t>
    </dgm:pt>
    <dgm:pt modelId="{BCEAE783-E1A5-4980-AD3B-B25A48935938}">
      <dgm:prSet custT="1"/>
      <dgm:spPr>
        <a:solidFill>
          <a:srgbClr val="00B0F0"/>
        </a:solidFill>
      </dgm:spPr>
      <dgm:t>
        <a:bodyPr/>
        <a:lstStyle/>
        <a:p>
          <a:r>
            <a:rPr lang="en-US" sz="800" dirty="0">
              <a:solidFill>
                <a:schemeClr val="tx1"/>
              </a:solidFill>
            </a:rPr>
            <a:t>Open – Specialty (QC)</a:t>
          </a:r>
          <a:endParaRPr lang="en-US" sz="800" dirty="0"/>
        </a:p>
      </dgm:t>
    </dgm:pt>
    <dgm:pt modelId="{CD8571BE-8823-491E-9A8B-AAD4EDDF421D}" type="parTrans" cxnId="{5B7D9F6F-CDA6-4BD7-B252-0DFDDD98CE23}">
      <dgm:prSet/>
      <dgm:spPr/>
      <dgm:t>
        <a:bodyPr/>
        <a:lstStyle/>
        <a:p>
          <a:endParaRPr lang="en-US" sz="800"/>
        </a:p>
      </dgm:t>
    </dgm:pt>
    <dgm:pt modelId="{DB8A8CD2-6AD5-4F85-9372-423DE2BF8320}" type="sibTrans" cxnId="{5B7D9F6F-CDA6-4BD7-B252-0DFDDD98CE23}">
      <dgm:prSet/>
      <dgm:spPr/>
      <dgm:t>
        <a:bodyPr/>
        <a:lstStyle/>
        <a:p>
          <a:endParaRPr lang="en-US"/>
        </a:p>
      </dgm:t>
    </dgm:pt>
    <dgm:pt modelId="{295E4A73-5A7E-4BA9-A4D0-EF9AC5DB46DB}">
      <dgm:prSet custT="1"/>
      <dgm:spPr/>
      <dgm:t>
        <a:bodyPr/>
        <a:lstStyle/>
        <a:p>
          <a:r>
            <a:rPr lang="en-US" sz="800" dirty="0"/>
            <a:t>Caitlynn Moore</a:t>
          </a:r>
        </a:p>
      </dgm:t>
    </dgm:pt>
    <dgm:pt modelId="{4175B716-2206-423A-95AF-C938BEF691E7}" type="parTrans" cxnId="{A50FF533-A17E-4D34-B9AA-B839DE574A79}">
      <dgm:prSet/>
      <dgm:spPr/>
      <dgm:t>
        <a:bodyPr/>
        <a:lstStyle/>
        <a:p>
          <a:endParaRPr lang="en-US" sz="800"/>
        </a:p>
      </dgm:t>
    </dgm:pt>
    <dgm:pt modelId="{D7741F8F-CCC4-46CD-AA1E-1067B67DB4C8}" type="sibTrans" cxnId="{A50FF533-A17E-4D34-B9AA-B839DE574A79}">
      <dgm:prSet/>
      <dgm:spPr/>
      <dgm:t>
        <a:bodyPr/>
        <a:lstStyle/>
        <a:p>
          <a:endParaRPr lang="en-US"/>
        </a:p>
      </dgm:t>
    </dgm:pt>
    <dgm:pt modelId="{D7F561EE-364F-41BB-BB46-DF2899788B30}">
      <dgm:prSet custT="1"/>
      <dgm:spPr/>
      <dgm:t>
        <a:bodyPr/>
        <a:lstStyle/>
        <a:p>
          <a:r>
            <a:rPr lang="en-US" sz="800" dirty="0"/>
            <a:t>Joseph Guzman</a:t>
          </a:r>
        </a:p>
      </dgm:t>
    </dgm:pt>
    <dgm:pt modelId="{478DA78B-D5FA-4FB0-A9F4-FF938DBC30E7}" type="parTrans" cxnId="{E024417A-713D-4E0C-B7F9-07DE710AC138}">
      <dgm:prSet/>
      <dgm:spPr/>
      <dgm:t>
        <a:bodyPr/>
        <a:lstStyle/>
        <a:p>
          <a:endParaRPr lang="en-US" sz="800"/>
        </a:p>
      </dgm:t>
    </dgm:pt>
    <dgm:pt modelId="{E986E479-E929-4077-B2DD-BD196187B0B9}" type="sibTrans" cxnId="{E024417A-713D-4E0C-B7F9-07DE710AC138}">
      <dgm:prSet/>
      <dgm:spPr/>
      <dgm:t>
        <a:bodyPr/>
        <a:lstStyle/>
        <a:p>
          <a:endParaRPr lang="en-US"/>
        </a:p>
      </dgm:t>
    </dgm:pt>
    <dgm:pt modelId="{80D64AF4-D55B-417B-A608-C430AF48AD41}">
      <dgm:prSet custT="1"/>
      <dgm:spPr/>
      <dgm:t>
        <a:bodyPr/>
        <a:lstStyle/>
        <a:p>
          <a:r>
            <a:rPr lang="en-US" sz="800"/>
            <a:t>Erik McEwen</a:t>
          </a:r>
          <a:endParaRPr lang="en-US" sz="800" dirty="0"/>
        </a:p>
      </dgm:t>
    </dgm:pt>
    <dgm:pt modelId="{5E2D37DD-0D74-4AB8-BA02-6FC3237FC5DC}" type="parTrans" cxnId="{9BEF2C98-C1C3-4990-A365-3BCA5D361242}">
      <dgm:prSet/>
      <dgm:spPr/>
      <dgm:t>
        <a:bodyPr/>
        <a:lstStyle/>
        <a:p>
          <a:endParaRPr lang="en-US" sz="800"/>
        </a:p>
      </dgm:t>
    </dgm:pt>
    <dgm:pt modelId="{3786B161-7916-4B74-8573-503E9C8BE647}" type="sibTrans" cxnId="{9BEF2C98-C1C3-4990-A365-3BCA5D361242}">
      <dgm:prSet/>
      <dgm:spPr/>
      <dgm:t>
        <a:bodyPr/>
        <a:lstStyle/>
        <a:p>
          <a:endParaRPr lang="en-US"/>
        </a:p>
      </dgm:t>
    </dgm:pt>
    <dgm:pt modelId="{B8BDE9AC-A0AF-4F2F-B8C4-8132BB33F125}">
      <dgm:prSet custT="1"/>
      <dgm:spPr>
        <a:solidFill>
          <a:srgbClr val="00B0F0"/>
        </a:solidFill>
      </dgm:spPr>
      <dgm:t>
        <a:bodyPr/>
        <a:lstStyle/>
        <a:p>
          <a:r>
            <a:rPr lang="en-US" sz="800" dirty="0"/>
            <a:t>Open</a:t>
          </a:r>
        </a:p>
        <a:p>
          <a:r>
            <a:rPr lang="en-US" sz="800" dirty="0"/>
            <a:t>(Wendy Hernandez)</a:t>
          </a:r>
        </a:p>
      </dgm:t>
    </dgm:pt>
    <dgm:pt modelId="{6373B14E-BC70-4532-8ACE-877B3D8EA2E4}" type="parTrans" cxnId="{CB45B5EF-C195-4E38-BF02-C62E8F9353B3}">
      <dgm:prSet/>
      <dgm:spPr/>
      <dgm:t>
        <a:bodyPr/>
        <a:lstStyle/>
        <a:p>
          <a:endParaRPr lang="en-US" sz="800"/>
        </a:p>
      </dgm:t>
    </dgm:pt>
    <dgm:pt modelId="{E0BE1CC2-F12F-4A81-91FF-26E81B9BF8D6}" type="sibTrans" cxnId="{CB45B5EF-C195-4E38-BF02-C62E8F9353B3}">
      <dgm:prSet/>
      <dgm:spPr/>
      <dgm:t>
        <a:bodyPr/>
        <a:lstStyle/>
        <a:p>
          <a:endParaRPr lang="en-US"/>
        </a:p>
      </dgm:t>
    </dgm:pt>
    <dgm:pt modelId="{8167DDFE-1141-4581-890D-F8BEC9322DF3}">
      <dgm:prSet custT="1"/>
      <dgm:spPr>
        <a:solidFill>
          <a:schemeClr val="bg1"/>
        </a:solidFill>
      </dgm:spPr>
      <dgm:t>
        <a:bodyPr/>
        <a:lstStyle/>
        <a:p>
          <a:r>
            <a:rPr lang="en-US" sz="800" dirty="0"/>
            <a:t>Alex Hernandez</a:t>
          </a:r>
          <a:endParaRPr lang="en-US" sz="800" dirty="0">
            <a:highlight>
              <a:srgbClr val="FFFF00"/>
            </a:highlight>
          </a:endParaRPr>
        </a:p>
        <a:p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55F75637-446B-47A9-9042-297BCF8A7297}" type="parTrans" cxnId="{AD48B43A-643A-4085-8F67-0ED024797E7A}">
      <dgm:prSet/>
      <dgm:spPr/>
      <dgm:t>
        <a:bodyPr/>
        <a:lstStyle/>
        <a:p>
          <a:endParaRPr lang="en-US" sz="800"/>
        </a:p>
      </dgm:t>
    </dgm:pt>
    <dgm:pt modelId="{1D642CCB-A21D-4D3F-A0CC-8DCA143D527F}" type="sibTrans" cxnId="{AD48B43A-643A-4085-8F67-0ED024797E7A}">
      <dgm:prSet/>
      <dgm:spPr/>
      <dgm:t>
        <a:bodyPr/>
        <a:lstStyle/>
        <a:p>
          <a:endParaRPr lang="en-US"/>
        </a:p>
      </dgm:t>
    </dgm:pt>
    <dgm:pt modelId="{6BB26C62-909B-4E5E-837B-750BD0D5373B}">
      <dgm:prSet custT="1"/>
      <dgm:spPr>
        <a:solidFill>
          <a:schemeClr val="bg1"/>
        </a:solidFill>
      </dgm:spPr>
      <dgm:t>
        <a:bodyPr/>
        <a:lstStyle/>
        <a:p>
          <a:r>
            <a:rPr lang="en-US" sz="800" dirty="0"/>
            <a:t>Charles Stark</a:t>
          </a:r>
        </a:p>
        <a:p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E59C5BDA-876A-4CB1-82EB-20470F14C418}" type="parTrans" cxnId="{92CD5E66-B1B7-4034-BBBD-A0D87D95E1E0}">
      <dgm:prSet/>
      <dgm:spPr/>
      <dgm:t>
        <a:bodyPr/>
        <a:lstStyle/>
        <a:p>
          <a:endParaRPr lang="en-US" sz="800"/>
        </a:p>
      </dgm:t>
    </dgm:pt>
    <dgm:pt modelId="{98EAC5F4-7D5C-4C56-BDFD-08FE0E4B6C85}" type="sibTrans" cxnId="{92CD5E66-B1B7-4034-BBBD-A0D87D95E1E0}">
      <dgm:prSet/>
      <dgm:spPr/>
      <dgm:t>
        <a:bodyPr/>
        <a:lstStyle/>
        <a:p>
          <a:endParaRPr lang="en-US"/>
        </a:p>
      </dgm:t>
    </dgm:pt>
    <dgm:pt modelId="{6AC1940E-04E9-4F89-A337-9211FFEE5267}">
      <dgm:prSet custT="1"/>
      <dgm:spPr/>
      <dgm:t>
        <a:bodyPr/>
        <a:lstStyle/>
        <a:p>
          <a:r>
            <a:rPr lang="en-US" sz="800" dirty="0"/>
            <a:t>Mary Medina</a:t>
          </a:r>
        </a:p>
        <a:p>
          <a:r>
            <a:rPr lang="en-US" sz="8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(Glass Only)</a:t>
          </a:r>
          <a:endParaRPr lang="en-US" sz="800" dirty="0">
            <a:highlight>
              <a:srgbClr val="FFFF00"/>
            </a:highlight>
          </a:endParaRPr>
        </a:p>
      </dgm:t>
    </dgm:pt>
    <dgm:pt modelId="{408F195F-A2B2-46E5-BEBB-D2D1DE28B154}" type="parTrans" cxnId="{E2F81422-B288-4237-99D5-C479B6B50F4D}">
      <dgm:prSet/>
      <dgm:spPr/>
      <dgm:t>
        <a:bodyPr/>
        <a:lstStyle/>
        <a:p>
          <a:endParaRPr lang="en-US" sz="800"/>
        </a:p>
      </dgm:t>
    </dgm:pt>
    <dgm:pt modelId="{00900EF2-F6F8-4E5C-84BD-5103CC39B3D4}" type="sibTrans" cxnId="{E2F81422-B288-4237-99D5-C479B6B50F4D}">
      <dgm:prSet/>
      <dgm:spPr/>
      <dgm:t>
        <a:bodyPr/>
        <a:lstStyle/>
        <a:p>
          <a:endParaRPr lang="en-US"/>
        </a:p>
      </dgm:t>
    </dgm:pt>
    <dgm:pt modelId="{3AA83E9A-732B-437B-BFAC-61B38FC3BE5E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800" dirty="0"/>
            <a:t>Diana Marquez</a:t>
          </a:r>
        </a:p>
        <a:p>
          <a:r>
            <a:rPr lang="en-US" sz="800" dirty="0"/>
            <a:t>(</a:t>
          </a:r>
          <a:r>
            <a:rPr lang="en-US" sz="800" dirty="0">
              <a:highlight>
                <a:srgbClr val="FFFF00"/>
              </a:highlight>
            </a:rPr>
            <a:t>Currently in Training</a:t>
          </a:r>
          <a:r>
            <a:rPr lang="en-US" sz="800" dirty="0"/>
            <a:t>) </a:t>
          </a:r>
        </a:p>
      </dgm:t>
    </dgm:pt>
    <dgm:pt modelId="{E4891BFB-C35C-4F92-A778-49C7654E9616}" type="parTrans" cxnId="{253A62CC-92D4-4B7E-9CB8-77271006C7CB}">
      <dgm:prSet/>
      <dgm:spPr/>
      <dgm:t>
        <a:bodyPr/>
        <a:lstStyle/>
        <a:p>
          <a:endParaRPr lang="en-US" sz="800"/>
        </a:p>
      </dgm:t>
    </dgm:pt>
    <dgm:pt modelId="{614BAF9F-B2FE-4DB1-8D0C-FA0CC05478E5}" type="sibTrans" cxnId="{253A62CC-92D4-4B7E-9CB8-77271006C7CB}">
      <dgm:prSet/>
      <dgm:spPr/>
      <dgm:t>
        <a:bodyPr/>
        <a:lstStyle/>
        <a:p>
          <a:endParaRPr lang="en-US"/>
        </a:p>
      </dgm:t>
    </dgm:pt>
    <dgm:pt modelId="{AD4469C6-ECBE-4C13-9CA5-CA37019CC91D}">
      <dgm:prSet custT="1"/>
      <dgm:spPr>
        <a:solidFill>
          <a:schemeClr val="bg1"/>
        </a:solidFill>
      </dgm:spPr>
      <dgm:t>
        <a:bodyPr/>
        <a:lstStyle/>
        <a:p>
          <a:r>
            <a:rPr lang="en-US" sz="800" dirty="0"/>
            <a:t>Ashlee Valencia</a:t>
          </a:r>
        </a:p>
      </dgm:t>
    </dgm:pt>
    <dgm:pt modelId="{5E349E3D-91EB-4024-8E21-6A9140CD46E4}" type="parTrans" cxnId="{BFD9CE65-3440-4A26-BB9E-D1F79A596A05}">
      <dgm:prSet/>
      <dgm:spPr/>
      <dgm:t>
        <a:bodyPr/>
        <a:lstStyle/>
        <a:p>
          <a:endParaRPr lang="en-US" sz="800"/>
        </a:p>
      </dgm:t>
    </dgm:pt>
    <dgm:pt modelId="{BA6091D6-B871-4C15-B3F1-614ABA40FBA6}" type="sibTrans" cxnId="{BFD9CE65-3440-4A26-BB9E-D1F79A596A05}">
      <dgm:prSet/>
      <dgm:spPr/>
      <dgm:t>
        <a:bodyPr/>
        <a:lstStyle/>
        <a:p>
          <a:endParaRPr lang="en-US"/>
        </a:p>
      </dgm:t>
    </dgm:pt>
    <dgm:pt modelId="{7080067C-5CF8-4AF5-9C7B-54781A1BC873}">
      <dgm:prSet custT="1"/>
      <dgm:spPr>
        <a:solidFill>
          <a:schemeClr val="bg1"/>
        </a:solidFill>
      </dgm:spPr>
      <dgm:t>
        <a:bodyPr/>
        <a:lstStyle/>
        <a:p>
          <a:r>
            <a:rPr lang="en-US" sz="800" dirty="0"/>
            <a:t>Ebyn Ruiz</a:t>
          </a:r>
        </a:p>
      </dgm:t>
    </dgm:pt>
    <dgm:pt modelId="{9680E4A5-9C3A-4203-869E-CF630236CAD4}" type="parTrans" cxnId="{CA6C336B-74F0-4903-85E7-5793C7331833}">
      <dgm:prSet/>
      <dgm:spPr/>
      <dgm:t>
        <a:bodyPr/>
        <a:lstStyle/>
        <a:p>
          <a:endParaRPr lang="en-US" sz="800"/>
        </a:p>
      </dgm:t>
    </dgm:pt>
    <dgm:pt modelId="{9639B4B6-BFA0-4E9C-B5DB-D04328A8FDEA}" type="sibTrans" cxnId="{CA6C336B-74F0-4903-85E7-5793C7331833}">
      <dgm:prSet/>
      <dgm:spPr/>
      <dgm:t>
        <a:bodyPr/>
        <a:lstStyle/>
        <a:p>
          <a:endParaRPr lang="en-US"/>
        </a:p>
      </dgm:t>
    </dgm:pt>
    <dgm:pt modelId="{6C4A8610-B9F4-4986-8D1E-3BDEF6FED1C7}">
      <dgm:prSet custT="1"/>
      <dgm:spPr>
        <a:solidFill>
          <a:srgbClr val="00B0F0"/>
        </a:solidFill>
      </dgm:spPr>
      <dgm:t>
        <a:bodyPr/>
        <a:lstStyle/>
        <a:p>
          <a:r>
            <a:rPr lang="en-US" sz="800" dirty="0"/>
            <a:t>Open-</a:t>
          </a:r>
        </a:p>
        <a:p>
          <a:r>
            <a:rPr lang="en-US" sz="800" dirty="0"/>
            <a:t>(Mary Medina)</a:t>
          </a:r>
        </a:p>
      </dgm:t>
    </dgm:pt>
    <dgm:pt modelId="{93046481-4543-4939-B22D-CE6D7763A2BC}" type="parTrans" cxnId="{C711A8B5-E837-4E15-B62E-147B590FA4C3}">
      <dgm:prSet/>
      <dgm:spPr/>
      <dgm:t>
        <a:bodyPr/>
        <a:lstStyle/>
        <a:p>
          <a:endParaRPr lang="en-US" sz="800"/>
        </a:p>
      </dgm:t>
    </dgm:pt>
    <dgm:pt modelId="{A6696552-9F34-486C-BD1F-2D1A7E498745}" type="sibTrans" cxnId="{C711A8B5-E837-4E15-B62E-147B590FA4C3}">
      <dgm:prSet/>
      <dgm:spPr/>
      <dgm:t>
        <a:bodyPr/>
        <a:lstStyle/>
        <a:p>
          <a:endParaRPr lang="en-US"/>
        </a:p>
      </dgm:t>
    </dgm:pt>
    <dgm:pt modelId="{4356F4BD-4300-4069-80E2-5E7290D16AE2}">
      <dgm:prSet custT="1"/>
      <dgm:spPr/>
      <dgm:t>
        <a:bodyPr/>
        <a:lstStyle/>
        <a:p>
          <a:r>
            <a:rPr lang="en-US" sz="800" dirty="0"/>
            <a:t>Aracely Garcia</a:t>
          </a:r>
        </a:p>
      </dgm:t>
    </dgm:pt>
    <dgm:pt modelId="{1479B066-A589-40AD-B814-C1D459151975}" type="parTrans" cxnId="{4D9BE248-F677-4D8A-B63B-661EC8906D8D}">
      <dgm:prSet/>
      <dgm:spPr/>
      <dgm:t>
        <a:bodyPr/>
        <a:lstStyle/>
        <a:p>
          <a:endParaRPr lang="en-US" sz="800"/>
        </a:p>
      </dgm:t>
    </dgm:pt>
    <dgm:pt modelId="{64018ED5-6D2E-4FD7-AC6B-64F4D7631775}" type="sibTrans" cxnId="{4D9BE248-F677-4D8A-B63B-661EC8906D8D}">
      <dgm:prSet/>
      <dgm:spPr/>
      <dgm:t>
        <a:bodyPr/>
        <a:lstStyle/>
        <a:p>
          <a:endParaRPr lang="en-US"/>
        </a:p>
      </dgm:t>
    </dgm:pt>
    <dgm:pt modelId="{5E4B8A2A-2B34-486F-832A-8F2847CB07AA}">
      <dgm:prSet custT="1"/>
      <dgm:spPr/>
      <dgm:t>
        <a:bodyPr/>
        <a:lstStyle/>
        <a:p>
          <a:r>
            <a:rPr lang="en-US" sz="800" dirty="0"/>
            <a:t>Nancy Escalante</a:t>
          </a:r>
        </a:p>
      </dgm:t>
    </dgm:pt>
    <dgm:pt modelId="{D5575961-FF08-48EA-BC1F-5093860745A8}" type="parTrans" cxnId="{BA54D4D6-B390-4168-839A-3A1B7CCCEC36}">
      <dgm:prSet/>
      <dgm:spPr/>
      <dgm:t>
        <a:bodyPr/>
        <a:lstStyle/>
        <a:p>
          <a:endParaRPr lang="en-US" sz="800"/>
        </a:p>
      </dgm:t>
    </dgm:pt>
    <dgm:pt modelId="{AB98D0AD-3EA7-44E4-BBAB-982B414DDBA1}" type="sibTrans" cxnId="{BA54D4D6-B390-4168-839A-3A1B7CCCEC36}">
      <dgm:prSet/>
      <dgm:spPr/>
      <dgm:t>
        <a:bodyPr/>
        <a:lstStyle/>
        <a:p>
          <a:endParaRPr lang="en-US"/>
        </a:p>
      </dgm:t>
    </dgm:pt>
    <dgm:pt modelId="{FEB9DA71-FA81-4994-A492-57310C3C4E1F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800" dirty="0"/>
            <a:t>Nina Jones </a:t>
          </a:r>
        </a:p>
        <a:p>
          <a:r>
            <a:rPr lang="en-US" sz="800" dirty="0">
              <a:solidFill>
                <a:srgbClr val="FF0000"/>
              </a:solidFill>
            </a:rPr>
            <a:t>Specialty</a:t>
          </a:r>
        </a:p>
      </dgm:t>
    </dgm:pt>
    <dgm:pt modelId="{989B9C19-CC8B-4C99-93E5-F9F741AB6B6F}" type="parTrans" cxnId="{8EA9B730-EC8A-402D-88E1-D1486B93EE69}">
      <dgm:prSet/>
      <dgm:spPr/>
      <dgm:t>
        <a:bodyPr/>
        <a:lstStyle/>
        <a:p>
          <a:endParaRPr lang="en-US" sz="800"/>
        </a:p>
      </dgm:t>
    </dgm:pt>
    <dgm:pt modelId="{17946DB4-ECBD-41B0-9229-6D2DAB86663C}" type="sibTrans" cxnId="{8EA9B730-EC8A-402D-88E1-D1486B93EE69}">
      <dgm:prSet/>
      <dgm:spPr/>
      <dgm:t>
        <a:bodyPr/>
        <a:lstStyle/>
        <a:p>
          <a:endParaRPr lang="en-US"/>
        </a:p>
      </dgm:t>
    </dgm:pt>
    <dgm:pt modelId="{19C80E08-7B44-4D3E-B2E9-66DFBF01F850}">
      <dgm:prSet custT="1"/>
      <dgm:spPr/>
      <dgm:t>
        <a:bodyPr/>
        <a:lstStyle/>
        <a:p>
          <a:r>
            <a:rPr lang="en-US" sz="800" dirty="0"/>
            <a:t>Justin Offield</a:t>
          </a:r>
        </a:p>
        <a:p>
          <a:r>
            <a:rPr lang="en-US" sz="800" dirty="0"/>
            <a:t> </a:t>
          </a:r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25FA50F7-6D59-42EA-88AC-655D19DB7703}" type="sibTrans" cxnId="{43A1D807-9FCD-46C7-AD2F-E4192A9BE8DD}">
      <dgm:prSet/>
      <dgm:spPr/>
      <dgm:t>
        <a:bodyPr/>
        <a:lstStyle/>
        <a:p>
          <a:endParaRPr lang="en-US"/>
        </a:p>
      </dgm:t>
    </dgm:pt>
    <dgm:pt modelId="{7EB172F4-C873-4993-8066-00C90461E2EE}" type="parTrans" cxnId="{43A1D807-9FCD-46C7-AD2F-E4192A9BE8DD}">
      <dgm:prSet/>
      <dgm:spPr/>
      <dgm:t>
        <a:bodyPr/>
        <a:lstStyle/>
        <a:p>
          <a:endParaRPr lang="en-US" sz="800"/>
        </a:p>
      </dgm:t>
    </dgm:pt>
    <dgm:pt modelId="{40D91353-E8BB-4EFA-9AA9-81047671152F}">
      <dgm:prSet custT="1"/>
      <dgm:spPr>
        <a:solidFill>
          <a:srgbClr val="00B0F0"/>
        </a:solidFill>
      </dgm:spPr>
      <dgm:t>
        <a:bodyPr/>
        <a:lstStyle/>
        <a:p>
          <a:r>
            <a:rPr lang="en-US" sz="800" dirty="0"/>
            <a:t>Open -TL</a:t>
          </a:r>
        </a:p>
      </dgm:t>
    </dgm:pt>
    <dgm:pt modelId="{CE0F9940-33AC-4B53-B0C2-C19BF89FAF9D}" type="sibTrans" cxnId="{615787C3-4575-42AF-A946-FFED276BA58C}">
      <dgm:prSet/>
      <dgm:spPr/>
      <dgm:t>
        <a:bodyPr/>
        <a:lstStyle/>
        <a:p>
          <a:endParaRPr lang="en-US"/>
        </a:p>
      </dgm:t>
    </dgm:pt>
    <dgm:pt modelId="{CF19684F-0241-4E80-B39C-F046E9ADCEAC}" type="parTrans" cxnId="{615787C3-4575-42AF-A946-FFED276BA58C}">
      <dgm:prSet/>
      <dgm:spPr/>
      <dgm:t>
        <a:bodyPr/>
        <a:lstStyle/>
        <a:p>
          <a:endParaRPr lang="en-US" sz="800"/>
        </a:p>
      </dgm:t>
    </dgm:pt>
    <dgm:pt modelId="{3D9FF747-E125-4234-AB5E-BD18D5F58123}">
      <dgm:prSet custT="1"/>
      <dgm:spPr>
        <a:solidFill>
          <a:srgbClr val="00B0F0"/>
        </a:solidFill>
      </dgm:spPr>
      <dgm:t>
        <a:bodyPr/>
        <a:lstStyle/>
        <a:p>
          <a:pPr marL="0" lvl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Open</a:t>
          </a:r>
          <a:endParaRPr lang="en-US" sz="800" kern="1200" dirty="0">
            <a:solidFill>
              <a:schemeClr val="tx1"/>
            </a:solidFill>
            <a:latin typeface="Calibri" panose="020F0502020204030204"/>
            <a:ea typeface="+mn-ea"/>
            <a:cs typeface="+mn-cs"/>
          </a:endParaRPr>
        </a:p>
        <a:p>
          <a:pPr marL="0" lvl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(Claudia Medina)</a:t>
          </a:r>
        </a:p>
      </dgm:t>
    </dgm:pt>
    <dgm:pt modelId="{D6E87735-B932-4677-B90A-6973A78681E0}" type="parTrans" cxnId="{4ACC568C-FCFE-4279-A81C-4467AB0A3FDE}">
      <dgm:prSet/>
      <dgm:spPr/>
      <dgm:t>
        <a:bodyPr/>
        <a:lstStyle/>
        <a:p>
          <a:endParaRPr lang="en-US" sz="800"/>
        </a:p>
      </dgm:t>
    </dgm:pt>
    <dgm:pt modelId="{D09CFEF9-5860-426C-8643-4F2E28B382E4}" type="sibTrans" cxnId="{4ACC568C-FCFE-4279-A81C-4467AB0A3FDE}">
      <dgm:prSet/>
      <dgm:spPr/>
      <dgm:t>
        <a:bodyPr/>
        <a:lstStyle/>
        <a:p>
          <a:endParaRPr lang="en-US"/>
        </a:p>
      </dgm:t>
    </dgm:pt>
    <dgm:pt modelId="{62F48F81-D453-4E6E-8EB2-1458EEB98B69}">
      <dgm:prSet custT="1"/>
      <dgm:spPr/>
      <dgm:t>
        <a:bodyPr/>
        <a:lstStyle/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Jasmin </a:t>
          </a:r>
          <a:r>
            <a:rPr lang="en-US" sz="8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Villarreal </a:t>
          </a:r>
        </a:p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(</a:t>
          </a: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Glass Only)</a:t>
          </a:r>
        </a:p>
      </dgm:t>
    </dgm:pt>
    <dgm:pt modelId="{369E92AF-6E18-4437-9C84-A303423A47AA}" type="parTrans" cxnId="{89488565-A889-48D0-8DB6-7ED41D92FD84}">
      <dgm:prSet/>
      <dgm:spPr/>
      <dgm:t>
        <a:bodyPr/>
        <a:lstStyle/>
        <a:p>
          <a:endParaRPr lang="en-US" sz="800"/>
        </a:p>
      </dgm:t>
    </dgm:pt>
    <dgm:pt modelId="{044CDC5D-A385-4BBD-A295-956D8C78C4AB}" type="sibTrans" cxnId="{89488565-A889-48D0-8DB6-7ED41D92FD84}">
      <dgm:prSet/>
      <dgm:spPr/>
      <dgm:t>
        <a:bodyPr/>
        <a:lstStyle/>
        <a:p>
          <a:endParaRPr lang="en-US"/>
        </a:p>
      </dgm:t>
    </dgm:pt>
    <dgm:pt modelId="{1488D63C-E5FF-4FE2-BAAF-3A206D284C2B}">
      <dgm:prSet custT="1"/>
      <dgm:spPr/>
      <dgm:t>
        <a:bodyPr/>
        <a:lstStyle/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Amy Brewer</a:t>
          </a:r>
        </a:p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(GLASS)</a:t>
          </a:r>
        </a:p>
      </dgm:t>
    </dgm:pt>
    <dgm:pt modelId="{9C0133D1-8451-4B5C-973B-AE383D93CA5E}" type="sibTrans" cxnId="{3BDD8E7C-FC54-4B46-9B82-3C28C0F9BB5E}">
      <dgm:prSet/>
      <dgm:spPr/>
      <dgm:t>
        <a:bodyPr/>
        <a:lstStyle/>
        <a:p>
          <a:endParaRPr lang="en-US"/>
        </a:p>
      </dgm:t>
    </dgm:pt>
    <dgm:pt modelId="{6EE6C0FC-B936-40AF-838D-7E4BD52A4A17}" type="parTrans" cxnId="{3BDD8E7C-FC54-4B46-9B82-3C28C0F9BB5E}">
      <dgm:prSet/>
      <dgm:spPr/>
      <dgm:t>
        <a:bodyPr/>
        <a:lstStyle/>
        <a:p>
          <a:endParaRPr lang="en-US" sz="800"/>
        </a:p>
      </dgm:t>
    </dgm:pt>
    <dgm:pt modelId="{00FE9818-30BE-4EDE-A5E4-E952F7B0653B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800" dirty="0"/>
            <a:t>Brandy Dagley</a:t>
          </a:r>
        </a:p>
        <a:p>
          <a:r>
            <a:rPr lang="en-US" sz="800" dirty="0"/>
            <a:t>(Temp)</a:t>
          </a:r>
        </a:p>
      </dgm:t>
    </dgm:pt>
    <dgm:pt modelId="{A6335261-6133-489C-987C-CE390FFF62C4}" type="parTrans" cxnId="{944FED2C-E3B2-411C-910B-1C805923B7CD}">
      <dgm:prSet/>
      <dgm:spPr/>
      <dgm:t>
        <a:bodyPr/>
        <a:lstStyle/>
        <a:p>
          <a:endParaRPr lang="en-US" sz="800"/>
        </a:p>
      </dgm:t>
    </dgm:pt>
    <dgm:pt modelId="{EE493E37-A188-4368-94D5-9BAC26FE2A44}" type="sibTrans" cxnId="{944FED2C-E3B2-411C-910B-1C805923B7CD}">
      <dgm:prSet/>
      <dgm:spPr/>
      <dgm:t>
        <a:bodyPr/>
        <a:lstStyle/>
        <a:p>
          <a:endParaRPr lang="en-US"/>
        </a:p>
      </dgm:t>
    </dgm:pt>
    <dgm:pt modelId="{41CF4ACA-672E-46CF-BFE6-28945D92F1A7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800" dirty="0"/>
            <a:t>Rachel Prado-Wall (Temp)</a:t>
          </a:r>
        </a:p>
      </dgm:t>
    </dgm:pt>
    <dgm:pt modelId="{4CFA0CAE-6742-4C7D-BA97-D22E42D7292B}" type="parTrans" cxnId="{3DFDC0DE-6D9A-46A6-A479-16536F4F21A7}">
      <dgm:prSet/>
      <dgm:spPr/>
      <dgm:t>
        <a:bodyPr/>
        <a:lstStyle/>
        <a:p>
          <a:endParaRPr lang="en-US" sz="800"/>
        </a:p>
      </dgm:t>
    </dgm:pt>
    <dgm:pt modelId="{B74E4183-E5D7-49F9-BE39-F27EEDA88F14}" type="sibTrans" cxnId="{3DFDC0DE-6D9A-46A6-A479-16536F4F21A7}">
      <dgm:prSet/>
      <dgm:spPr/>
      <dgm:t>
        <a:bodyPr/>
        <a:lstStyle/>
        <a:p>
          <a:endParaRPr lang="en-US"/>
        </a:p>
      </dgm:t>
    </dgm:pt>
    <dgm:pt modelId="{45365EFB-3AE3-4A56-96FA-053F9FE87209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800"/>
            <a:t>Amayrani Ramos </a:t>
          </a:r>
          <a:r>
            <a:rPr lang="en-US" sz="800">
              <a:solidFill>
                <a:srgbClr val="FF0000"/>
              </a:solidFill>
            </a:rPr>
            <a:t>Specialty</a:t>
          </a:r>
          <a:endParaRPr lang="en-US" sz="800" dirty="0"/>
        </a:p>
      </dgm:t>
    </dgm:pt>
    <dgm:pt modelId="{4715F989-E7F7-4D7B-AF3C-94D6A3CC460A}" type="parTrans" cxnId="{7CD8D439-0C0D-4780-811B-80B257C7ADDD}">
      <dgm:prSet/>
      <dgm:spPr/>
      <dgm:t>
        <a:bodyPr/>
        <a:lstStyle/>
        <a:p>
          <a:endParaRPr lang="en-US"/>
        </a:p>
      </dgm:t>
    </dgm:pt>
    <dgm:pt modelId="{7F31797E-DBD2-47BD-8E3C-BD894790A6A9}" type="sibTrans" cxnId="{7CD8D439-0C0D-4780-811B-80B257C7ADDD}">
      <dgm:prSet/>
      <dgm:spPr/>
      <dgm:t>
        <a:bodyPr/>
        <a:lstStyle/>
        <a:p>
          <a:endParaRPr lang="en-US"/>
        </a:p>
      </dgm:t>
    </dgm:pt>
    <dgm:pt modelId="{40654313-7CE6-4BB4-9618-14DC3EBB79C3}">
      <dgm:prSet custT="1"/>
      <dgm:spPr/>
      <dgm:t>
        <a:bodyPr/>
        <a:lstStyle/>
        <a:p>
          <a:pPr rtl="0" eaLnBrk="1" latinLnBrk="0"/>
          <a:r>
            <a:rPr lang="en-US" sz="800" dirty="0"/>
            <a:t>Ernesto Gallegos</a:t>
          </a:r>
        </a:p>
        <a:p>
          <a:pPr rtl="0" eaLnBrk="1" latinLnBrk="0"/>
          <a:r>
            <a:rPr lang="en-US" sz="800" dirty="0">
              <a:solidFill>
                <a:srgbClr val="FF0000"/>
              </a:solidFill>
            </a:rPr>
            <a:t>(100% Fast)</a:t>
          </a:r>
          <a:endParaRPr lang="en-US" sz="800" dirty="0"/>
        </a:p>
      </dgm:t>
    </dgm:pt>
    <dgm:pt modelId="{E2616D24-0C81-4F6E-887D-35C5CF68E3D0}" type="parTrans" cxnId="{4F0C3D5F-5BAA-4BE2-A1F7-98FC9D571527}">
      <dgm:prSet/>
      <dgm:spPr/>
      <dgm:t>
        <a:bodyPr/>
        <a:lstStyle/>
        <a:p>
          <a:endParaRPr lang="en-US"/>
        </a:p>
      </dgm:t>
    </dgm:pt>
    <dgm:pt modelId="{889717EE-DDE2-4988-B352-1382E0BA1CF3}" type="sibTrans" cxnId="{4F0C3D5F-5BAA-4BE2-A1F7-98FC9D571527}">
      <dgm:prSet/>
      <dgm:spPr/>
      <dgm:t>
        <a:bodyPr/>
        <a:lstStyle/>
        <a:p>
          <a:endParaRPr lang="en-US"/>
        </a:p>
      </dgm:t>
    </dgm:pt>
    <dgm:pt modelId="{1E0E5B10-4603-49E5-A2D9-1BD68CD66467}">
      <dgm:prSet custT="1"/>
      <dgm:spPr>
        <a:solidFill>
          <a:srgbClr val="00B0F0"/>
        </a:solidFill>
      </dgm:spPr>
      <dgm:t>
        <a:bodyPr/>
        <a:lstStyle/>
        <a:p>
          <a:pPr rtl="0" eaLnBrk="1" latinLnBrk="0"/>
          <a:r>
            <a:rPr lang="en-US" sz="800" dirty="0">
              <a:solidFill>
                <a:schemeClr val="tx1"/>
              </a:solidFill>
            </a:rPr>
            <a:t>Open-TL</a:t>
          </a:r>
        </a:p>
      </dgm:t>
    </dgm:pt>
    <dgm:pt modelId="{37420E07-B682-4694-9E18-600789F29937}" type="sibTrans" cxnId="{33F60214-2E01-4F0A-912C-952128DE7E92}">
      <dgm:prSet/>
      <dgm:spPr/>
      <dgm:t>
        <a:bodyPr/>
        <a:lstStyle/>
        <a:p>
          <a:endParaRPr lang="en-US"/>
        </a:p>
      </dgm:t>
    </dgm:pt>
    <dgm:pt modelId="{3C31B98F-436F-46D2-BBD7-16ED9550AE08}" type="parTrans" cxnId="{33F60214-2E01-4F0A-912C-952128DE7E92}">
      <dgm:prSet/>
      <dgm:spPr/>
      <dgm:t>
        <a:bodyPr/>
        <a:lstStyle/>
        <a:p>
          <a:endParaRPr lang="en-US" sz="800"/>
        </a:p>
      </dgm:t>
    </dgm:pt>
    <dgm:pt modelId="{C8B0134D-25D4-40DE-9294-A8B1036E5130}">
      <dgm:prSet custT="1"/>
      <dgm:spPr>
        <a:solidFill>
          <a:srgbClr val="FFC000">
            <a:lumMod val="40000"/>
            <a:lumOff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r>
            <a:rPr lang="en-US" sz="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Faybrail</a:t>
          </a:r>
          <a:r>
            <a:rPr lang="en-US" sz="800" kern="1200" dirty="0"/>
            <a:t> Johnson (Temp)</a:t>
          </a:r>
        </a:p>
      </dgm:t>
    </dgm:pt>
    <dgm:pt modelId="{8CB9872E-3F36-475D-ABA3-CAD5EFC3A119}" type="parTrans" cxnId="{B4303A88-3BDD-4F25-8DC1-FD5C0E8AC0D8}">
      <dgm:prSet/>
      <dgm:spPr/>
      <dgm:t>
        <a:bodyPr/>
        <a:lstStyle/>
        <a:p>
          <a:endParaRPr lang="en-US"/>
        </a:p>
      </dgm:t>
    </dgm:pt>
    <dgm:pt modelId="{1D46C70D-6A7F-4DC2-AC55-93B9CB7CCA80}" type="sibTrans" cxnId="{B4303A88-3BDD-4F25-8DC1-FD5C0E8AC0D8}">
      <dgm:prSet/>
      <dgm:spPr/>
      <dgm:t>
        <a:bodyPr/>
        <a:lstStyle/>
        <a:p>
          <a:endParaRPr lang="en-US"/>
        </a:p>
      </dgm:t>
    </dgm:pt>
    <dgm:pt modelId="{1C5C5E46-0B75-490D-98C4-394EE758DB53}">
      <dgm:prSet custT="1"/>
      <dgm:spPr>
        <a:solidFill>
          <a:srgbClr val="FFC000">
            <a:lumMod val="40000"/>
            <a:lumOff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r>
            <a:rPr lang="en-US" sz="800" kern="1200" dirty="0"/>
            <a:t>Denise Brown (Temp)</a:t>
          </a:r>
        </a:p>
      </dgm:t>
    </dgm:pt>
    <dgm:pt modelId="{CF4E0A5E-0C0D-4A6B-82DE-33A61A87EFDB}" type="parTrans" cxnId="{1BB7BC79-7D14-40B0-80A9-E2BA1528E67C}">
      <dgm:prSet/>
      <dgm:spPr/>
      <dgm:t>
        <a:bodyPr/>
        <a:lstStyle/>
        <a:p>
          <a:endParaRPr lang="en-US"/>
        </a:p>
      </dgm:t>
    </dgm:pt>
    <dgm:pt modelId="{3F452E67-1F93-41AC-84D2-BAA799098A23}" type="sibTrans" cxnId="{1BB7BC79-7D14-40B0-80A9-E2BA1528E67C}">
      <dgm:prSet/>
      <dgm:spPr/>
      <dgm:t>
        <a:bodyPr/>
        <a:lstStyle/>
        <a:p>
          <a:endParaRPr lang="en-US"/>
        </a:p>
      </dgm:t>
    </dgm:pt>
    <dgm:pt modelId="{A17D3329-8E3B-4FAB-BE98-2732635C0118}">
      <dgm:prSet custT="1"/>
      <dgm:spPr>
        <a:solidFill>
          <a:srgbClr val="00B0F0"/>
        </a:solidFill>
      </dgm:spPr>
      <dgm:t>
        <a:bodyPr/>
        <a:lstStyle/>
        <a:p>
          <a:pPr marL="0" lvl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>
              <a:solidFill>
                <a:srgbClr val="FF0000"/>
              </a:solidFill>
            </a:rPr>
            <a:t>Open </a:t>
          </a:r>
        </a:p>
        <a:p>
          <a:pPr marL="0" lvl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(Shabriel Locke)</a:t>
          </a:r>
          <a:endParaRPr lang="en-US" sz="800" kern="1200" dirty="0">
            <a:solidFill>
              <a:schemeClr val="tx1"/>
            </a:solidFill>
            <a:latin typeface="Calibri" panose="020F0502020204030204"/>
            <a:ea typeface="+mn-ea"/>
            <a:cs typeface="+mn-cs"/>
          </a:endParaRPr>
        </a:p>
      </dgm:t>
    </dgm:pt>
    <dgm:pt modelId="{7FF934FD-CE66-4EC6-A282-076B5AF03441}" type="parTrans" cxnId="{BC3EDD3F-BB33-48A2-A536-1E91EDBB4E17}">
      <dgm:prSet/>
      <dgm:spPr/>
      <dgm:t>
        <a:bodyPr/>
        <a:lstStyle/>
        <a:p>
          <a:endParaRPr lang="en-US"/>
        </a:p>
      </dgm:t>
    </dgm:pt>
    <dgm:pt modelId="{36A8B004-E265-44E0-9301-EA848C785E86}" type="sibTrans" cxnId="{BC3EDD3F-BB33-48A2-A536-1E91EDBB4E17}">
      <dgm:prSet/>
      <dgm:spPr/>
      <dgm:t>
        <a:bodyPr/>
        <a:lstStyle/>
        <a:p>
          <a:endParaRPr lang="en-US"/>
        </a:p>
      </dgm:t>
    </dgm:pt>
    <dgm:pt modelId="{CFBB0A93-1064-46C8-95CF-325E164695A7}">
      <dgm:prSet custT="1"/>
      <dgm:spPr/>
      <dgm:t>
        <a:bodyPr/>
        <a:lstStyle/>
        <a:p>
          <a:r>
            <a:rPr lang="en-US" sz="800"/>
            <a:t>Alejandro</a:t>
          </a:r>
        </a:p>
        <a:p>
          <a:r>
            <a:rPr lang="en-US" sz="800"/>
            <a:t>Morales</a:t>
          </a:r>
          <a:endParaRPr lang="en-US" sz="800" dirty="0"/>
        </a:p>
      </dgm:t>
    </dgm:pt>
    <dgm:pt modelId="{4A8125C9-2F6A-4989-83CD-DE7EBF8416F6}" type="parTrans" cxnId="{DB0A0CCD-989E-46E3-A373-AD589837D146}">
      <dgm:prSet/>
      <dgm:spPr/>
      <dgm:t>
        <a:bodyPr/>
        <a:lstStyle/>
        <a:p>
          <a:endParaRPr lang="en-US"/>
        </a:p>
      </dgm:t>
    </dgm:pt>
    <dgm:pt modelId="{6D351B8E-E469-4612-8F47-BE61DD3F58DE}" type="sibTrans" cxnId="{DB0A0CCD-989E-46E3-A373-AD589837D146}">
      <dgm:prSet/>
      <dgm:spPr/>
      <dgm:t>
        <a:bodyPr/>
        <a:lstStyle/>
        <a:p>
          <a:endParaRPr lang="en-US"/>
        </a:p>
      </dgm:t>
    </dgm:pt>
    <dgm:pt modelId="{16B84C21-B721-481E-A559-9E154E0683DD}" type="pres">
      <dgm:prSet presAssocID="{5998F680-492D-46FF-9408-1BEC8DEE19B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B7CFA8-1B8F-4E1A-8746-C1B5F9B19B8A}" type="pres">
      <dgm:prSet presAssocID="{16C3E8F3-E857-43B7-98A6-74A42289C345}" presName="hierRoot1" presStyleCnt="0">
        <dgm:presLayoutVars>
          <dgm:hierBranch val="init"/>
        </dgm:presLayoutVars>
      </dgm:prSet>
      <dgm:spPr/>
    </dgm:pt>
    <dgm:pt modelId="{612A617A-CDF2-41E1-9D6B-F810CA8E4CD8}" type="pres">
      <dgm:prSet presAssocID="{16C3E8F3-E857-43B7-98A6-74A42289C345}" presName="rootComposite1" presStyleCnt="0"/>
      <dgm:spPr/>
    </dgm:pt>
    <dgm:pt modelId="{45611D4A-81EB-4645-AA5E-70748656B866}" type="pres">
      <dgm:prSet presAssocID="{16C3E8F3-E857-43B7-98A6-74A42289C345}" presName="rootText1" presStyleLbl="node0" presStyleIdx="0" presStyleCnt="1" custScaleX="163225">
        <dgm:presLayoutVars>
          <dgm:chPref val="3"/>
        </dgm:presLayoutVars>
      </dgm:prSet>
      <dgm:spPr/>
    </dgm:pt>
    <dgm:pt modelId="{F6CDAD52-C50A-41B9-AC8D-379B0543B575}" type="pres">
      <dgm:prSet presAssocID="{16C3E8F3-E857-43B7-98A6-74A42289C345}" presName="rootConnector1" presStyleLbl="node1" presStyleIdx="0" presStyleCnt="0"/>
      <dgm:spPr/>
    </dgm:pt>
    <dgm:pt modelId="{F3074057-98EC-4724-AD13-096A523C6CB9}" type="pres">
      <dgm:prSet presAssocID="{16C3E8F3-E857-43B7-98A6-74A42289C345}" presName="hierChild2" presStyleCnt="0"/>
      <dgm:spPr/>
    </dgm:pt>
    <dgm:pt modelId="{048BC32F-580E-412C-8906-E961C6A0E9F7}" type="pres">
      <dgm:prSet presAssocID="{BBA5FC78-244A-4877-B557-6B2E273D2C18}" presName="Name37" presStyleLbl="parChTrans1D2" presStyleIdx="0" presStyleCnt="3"/>
      <dgm:spPr/>
    </dgm:pt>
    <dgm:pt modelId="{41DFE68B-BF38-4B9D-B3A6-8C4F060E9586}" type="pres">
      <dgm:prSet presAssocID="{766C6A92-94FA-4AD5-9E61-F13BAB7AD60A}" presName="hierRoot2" presStyleCnt="0">
        <dgm:presLayoutVars>
          <dgm:hierBranch val="init"/>
        </dgm:presLayoutVars>
      </dgm:prSet>
      <dgm:spPr/>
    </dgm:pt>
    <dgm:pt modelId="{5D87E75F-9351-40EA-94AF-BA3114A42D60}" type="pres">
      <dgm:prSet presAssocID="{766C6A92-94FA-4AD5-9E61-F13BAB7AD60A}" presName="rootComposite" presStyleCnt="0"/>
      <dgm:spPr/>
    </dgm:pt>
    <dgm:pt modelId="{B60C8955-6A8E-4477-A6D6-FDE7FB40F5D6}" type="pres">
      <dgm:prSet presAssocID="{766C6A92-94FA-4AD5-9E61-F13BAB7AD60A}" presName="rootText" presStyleLbl="node2" presStyleIdx="0" presStyleCnt="3">
        <dgm:presLayoutVars>
          <dgm:chPref val="3"/>
        </dgm:presLayoutVars>
      </dgm:prSet>
      <dgm:spPr/>
    </dgm:pt>
    <dgm:pt modelId="{591F4A7D-06EE-44D7-B9E8-BA3CEC94A20F}" type="pres">
      <dgm:prSet presAssocID="{766C6A92-94FA-4AD5-9E61-F13BAB7AD60A}" presName="rootConnector" presStyleLbl="node2" presStyleIdx="0" presStyleCnt="3"/>
      <dgm:spPr/>
    </dgm:pt>
    <dgm:pt modelId="{4B38DD2E-D8C9-4C28-9A66-EF8D4A4D04A8}" type="pres">
      <dgm:prSet presAssocID="{766C6A92-94FA-4AD5-9E61-F13BAB7AD60A}" presName="hierChild4" presStyleCnt="0"/>
      <dgm:spPr/>
    </dgm:pt>
    <dgm:pt modelId="{8BAF9551-9717-4A88-9EC5-6622E75BCC79}" type="pres">
      <dgm:prSet presAssocID="{B944F06A-6C43-4C1E-A3D0-FC7DD2BBBB4F}" presName="Name37" presStyleLbl="parChTrans1D3" presStyleIdx="0" presStyleCnt="22"/>
      <dgm:spPr/>
    </dgm:pt>
    <dgm:pt modelId="{D535BF38-060F-4564-AD14-501CCE998A48}" type="pres">
      <dgm:prSet presAssocID="{1ECE2C6B-0C58-422F-94AF-9B5D58529296}" presName="hierRoot2" presStyleCnt="0">
        <dgm:presLayoutVars>
          <dgm:hierBranch val="init"/>
        </dgm:presLayoutVars>
      </dgm:prSet>
      <dgm:spPr/>
    </dgm:pt>
    <dgm:pt modelId="{081DB095-53DB-4EA0-949A-50F26459BEAE}" type="pres">
      <dgm:prSet presAssocID="{1ECE2C6B-0C58-422F-94AF-9B5D58529296}" presName="rootComposite" presStyleCnt="0"/>
      <dgm:spPr/>
    </dgm:pt>
    <dgm:pt modelId="{1C502AC9-2C0F-44B7-B76A-DFE2106E7865}" type="pres">
      <dgm:prSet presAssocID="{1ECE2C6B-0C58-422F-94AF-9B5D58529296}" presName="rootText" presStyleLbl="node3" presStyleIdx="0" presStyleCnt="22">
        <dgm:presLayoutVars>
          <dgm:chPref val="3"/>
        </dgm:presLayoutVars>
      </dgm:prSet>
      <dgm:spPr/>
    </dgm:pt>
    <dgm:pt modelId="{451EB3B8-49F2-4A2D-928F-910871807CB2}" type="pres">
      <dgm:prSet presAssocID="{1ECE2C6B-0C58-422F-94AF-9B5D58529296}" presName="rootConnector" presStyleLbl="node3" presStyleIdx="0" presStyleCnt="22"/>
      <dgm:spPr/>
    </dgm:pt>
    <dgm:pt modelId="{04F454AE-8684-424A-94CB-2D725C612D52}" type="pres">
      <dgm:prSet presAssocID="{1ECE2C6B-0C58-422F-94AF-9B5D58529296}" presName="hierChild4" presStyleCnt="0"/>
      <dgm:spPr/>
    </dgm:pt>
    <dgm:pt modelId="{1E8A07BC-6126-49E8-B75B-D9B6E9D6EA99}" type="pres">
      <dgm:prSet presAssocID="{B35D0BCE-1593-4188-BC21-A41FE6B88330}" presName="Name37" presStyleLbl="parChTrans1D4" presStyleIdx="0" presStyleCnt="29"/>
      <dgm:spPr/>
    </dgm:pt>
    <dgm:pt modelId="{3EF0464F-95D4-4567-BBF1-7640CB0A1DAD}" type="pres">
      <dgm:prSet presAssocID="{93D12AE6-14CE-4135-984C-061EE745FE47}" presName="hierRoot2" presStyleCnt="0">
        <dgm:presLayoutVars>
          <dgm:hierBranch val="init"/>
        </dgm:presLayoutVars>
      </dgm:prSet>
      <dgm:spPr/>
    </dgm:pt>
    <dgm:pt modelId="{9F488EFD-5256-4235-AEC6-D509C2978DDF}" type="pres">
      <dgm:prSet presAssocID="{93D12AE6-14CE-4135-984C-061EE745FE47}" presName="rootComposite" presStyleCnt="0"/>
      <dgm:spPr/>
    </dgm:pt>
    <dgm:pt modelId="{1CAEA2CE-F6E5-4FEB-98BA-C47626A2C8DD}" type="pres">
      <dgm:prSet presAssocID="{93D12AE6-14CE-4135-984C-061EE745FE47}" presName="rootText" presStyleLbl="node4" presStyleIdx="0" presStyleCnt="29">
        <dgm:presLayoutVars>
          <dgm:chPref val="3"/>
        </dgm:presLayoutVars>
      </dgm:prSet>
      <dgm:spPr/>
    </dgm:pt>
    <dgm:pt modelId="{99605D70-0BE0-486F-9896-D635F95885CF}" type="pres">
      <dgm:prSet presAssocID="{93D12AE6-14CE-4135-984C-061EE745FE47}" presName="rootConnector" presStyleLbl="node4" presStyleIdx="0" presStyleCnt="29"/>
      <dgm:spPr/>
    </dgm:pt>
    <dgm:pt modelId="{B3527C65-2A79-4B42-B9CA-F2D8BC2743D8}" type="pres">
      <dgm:prSet presAssocID="{93D12AE6-14CE-4135-984C-061EE745FE47}" presName="hierChild4" presStyleCnt="0"/>
      <dgm:spPr/>
    </dgm:pt>
    <dgm:pt modelId="{D5440B48-5DCF-4974-9E32-2CD1C87A32C8}" type="pres">
      <dgm:prSet presAssocID="{93D12AE6-14CE-4135-984C-061EE745FE47}" presName="hierChild5" presStyleCnt="0"/>
      <dgm:spPr/>
    </dgm:pt>
    <dgm:pt modelId="{0F7C9B8C-9FF8-4508-85C3-F1E5ABA46203}" type="pres">
      <dgm:prSet presAssocID="{408F195F-A2B2-46E5-BEBB-D2D1DE28B154}" presName="Name37" presStyleLbl="parChTrans1D4" presStyleIdx="1" presStyleCnt="29"/>
      <dgm:spPr/>
    </dgm:pt>
    <dgm:pt modelId="{C041FF87-B867-4C40-A06D-B7E1202C3B42}" type="pres">
      <dgm:prSet presAssocID="{6AC1940E-04E9-4F89-A337-9211FFEE5267}" presName="hierRoot2" presStyleCnt="0">
        <dgm:presLayoutVars>
          <dgm:hierBranch val="init"/>
        </dgm:presLayoutVars>
      </dgm:prSet>
      <dgm:spPr/>
    </dgm:pt>
    <dgm:pt modelId="{5EAF23BA-EDCF-43D1-8EF7-D8247F6D9119}" type="pres">
      <dgm:prSet presAssocID="{6AC1940E-04E9-4F89-A337-9211FFEE5267}" presName="rootComposite" presStyleCnt="0"/>
      <dgm:spPr/>
    </dgm:pt>
    <dgm:pt modelId="{B67A2ADD-9FC9-4E3D-9802-A7583FFAEEF1}" type="pres">
      <dgm:prSet presAssocID="{6AC1940E-04E9-4F89-A337-9211FFEE5267}" presName="rootText" presStyleLbl="node4" presStyleIdx="1" presStyleCnt="29">
        <dgm:presLayoutVars>
          <dgm:chPref val="3"/>
        </dgm:presLayoutVars>
      </dgm:prSet>
      <dgm:spPr/>
    </dgm:pt>
    <dgm:pt modelId="{B5EA5055-BA7B-4A06-BDBE-C18EBA3AB51C}" type="pres">
      <dgm:prSet presAssocID="{6AC1940E-04E9-4F89-A337-9211FFEE5267}" presName="rootConnector" presStyleLbl="node4" presStyleIdx="1" presStyleCnt="29"/>
      <dgm:spPr/>
    </dgm:pt>
    <dgm:pt modelId="{6481611B-BC40-425F-ADAC-071B6A9CA75B}" type="pres">
      <dgm:prSet presAssocID="{6AC1940E-04E9-4F89-A337-9211FFEE5267}" presName="hierChild4" presStyleCnt="0"/>
      <dgm:spPr/>
    </dgm:pt>
    <dgm:pt modelId="{FB94A04D-8ED8-4D4C-B6B7-0CFC116C859F}" type="pres">
      <dgm:prSet presAssocID="{6AC1940E-04E9-4F89-A337-9211FFEE5267}" presName="hierChild5" presStyleCnt="0"/>
      <dgm:spPr/>
    </dgm:pt>
    <dgm:pt modelId="{C436A365-A1D4-477A-8343-4B34057EACD0}" type="pres">
      <dgm:prSet presAssocID="{369E92AF-6E18-4437-9C84-A303423A47AA}" presName="Name37" presStyleLbl="parChTrans1D4" presStyleIdx="2" presStyleCnt="29"/>
      <dgm:spPr/>
    </dgm:pt>
    <dgm:pt modelId="{072E30C3-3722-4415-A67C-73F938E8D2FD}" type="pres">
      <dgm:prSet presAssocID="{62F48F81-D453-4E6E-8EB2-1458EEB98B69}" presName="hierRoot2" presStyleCnt="0">
        <dgm:presLayoutVars>
          <dgm:hierBranch val="init"/>
        </dgm:presLayoutVars>
      </dgm:prSet>
      <dgm:spPr/>
    </dgm:pt>
    <dgm:pt modelId="{53A7FF4B-E975-4696-A532-95BBA7935C33}" type="pres">
      <dgm:prSet presAssocID="{62F48F81-D453-4E6E-8EB2-1458EEB98B69}" presName="rootComposite" presStyleCnt="0"/>
      <dgm:spPr/>
    </dgm:pt>
    <dgm:pt modelId="{8A43BA69-5E96-4048-B04D-145F9B252293}" type="pres">
      <dgm:prSet presAssocID="{62F48F81-D453-4E6E-8EB2-1458EEB98B69}" presName="rootText" presStyleLbl="node4" presStyleIdx="2" presStyleCnt="29">
        <dgm:presLayoutVars>
          <dgm:chPref val="3"/>
        </dgm:presLayoutVars>
      </dgm:prSet>
      <dgm:spPr/>
    </dgm:pt>
    <dgm:pt modelId="{A5A257DB-CD66-43FB-9D20-EFF2E1F98877}" type="pres">
      <dgm:prSet presAssocID="{62F48F81-D453-4E6E-8EB2-1458EEB98B69}" presName="rootConnector" presStyleLbl="node4" presStyleIdx="2" presStyleCnt="29"/>
      <dgm:spPr/>
    </dgm:pt>
    <dgm:pt modelId="{838C7009-7BB1-42CE-8697-7A5CAE6CEFED}" type="pres">
      <dgm:prSet presAssocID="{62F48F81-D453-4E6E-8EB2-1458EEB98B69}" presName="hierChild4" presStyleCnt="0"/>
      <dgm:spPr/>
    </dgm:pt>
    <dgm:pt modelId="{2DF4BC74-04C4-4164-895D-CD59253C09C5}" type="pres">
      <dgm:prSet presAssocID="{62F48F81-D453-4E6E-8EB2-1458EEB98B69}" presName="hierChild5" presStyleCnt="0"/>
      <dgm:spPr/>
    </dgm:pt>
    <dgm:pt modelId="{DA3083AB-5A84-4AFD-BE48-C7EB36E40F8D}" type="pres">
      <dgm:prSet presAssocID="{6EE6C0FC-B936-40AF-838D-7E4BD52A4A17}" presName="Name37" presStyleLbl="parChTrans1D4" presStyleIdx="3" presStyleCnt="29"/>
      <dgm:spPr/>
    </dgm:pt>
    <dgm:pt modelId="{FFDDB4DA-EC19-4B03-9A8F-6FF35D6D6B45}" type="pres">
      <dgm:prSet presAssocID="{1488D63C-E5FF-4FE2-BAAF-3A206D284C2B}" presName="hierRoot2" presStyleCnt="0">
        <dgm:presLayoutVars>
          <dgm:hierBranch val="init"/>
        </dgm:presLayoutVars>
      </dgm:prSet>
      <dgm:spPr/>
    </dgm:pt>
    <dgm:pt modelId="{D3E1751F-F0A9-41EE-8BC6-8B969AF6EB2A}" type="pres">
      <dgm:prSet presAssocID="{1488D63C-E5FF-4FE2-BAAF-3A206D284C2B}" presName="rootComposite" presStyleCnt="0"/>
      <dgm:spPr/>
    </dgm:pt>
    <dgm:pt modelId="{2045021C-5F50-43E7-A26F-2E68B615F4C0}" type="pres">
      <dgm:prSet presAssocID="{1488D63C-E5FF-4FE2-BAAF-3A206D284C2B}" presName="rootText" presStyleLbl="node4" presStyleIdx="3" presStyleCnt="29" custLinFactNeighborX="985">
        <dgm:presLayoutVars>
          <dgm:chPref val="3"/>
        </dgm:presLayoutVars>
      </dgm:prSet>
      <dgm:spPr/>
    </dgm:pt>
    <dgm:pt modelId="{EFF0C068-04BF-424F-B260-C095C3E16DC1}" type="pres">
      <dgm:prSet presAssocID="{1488D63C-E5FF-4FE2-BAAF-3A206D284C2B}" presName="rootConnector" presStyleLbl="node4" presStyleIdx="3" presStyleCnt="29"/>
      <dgm:spPr/>
    </dgm:pt>
    <dgm:pt modelId="{CF6A43EA-F368-4D6A-B683-4E69B58623D6}" type="pres">
      <dgm:prSet presAssocID="{1488D63C-E5FF-4FE2-BAAF-3A206D284C2B}" presName="hierChild4" presStyleCnt="0"/>
      <dgm:spPr/>
    </dgm:pt>
    <dgm:pt modelId="{1B3A74C0-FC0A-4864-B5ED-27FC34336051}" type="pres">
      <dgm:prSet presAssocID="{1488D63C-E5FF-4FE2-BAAF-3A206D284C2B}" presName="hierChild5" presStyleCnt="0"/>
      <dgm:spPr/>
    </dgm:pt>
    <dgm:pt modelId="{601D4800-8F48-486F-8A12-F6B2FB538385}" type="pres">
      <dgm:prSet presAssocID="{1ECE2C6B-0C58-422F-94AF-9B5D58529296}" presName="hierChild5" presStyleCnt="0"/>
      <dgm:spPr/>
    </dgm:pt>
    <dgm:pt modelId="{06ED3A07-279C-40C5-B09B-4378D3D2A895}" type="pres">
      <dgm:prSet presAssocID="{CD580026-98A8-405C-8089-E62568E57613}" presName="Name37" presStyleLbl="parChTrans1D3" presStyleIdx="1" presStyleCnt="22"/>
      <dgm:spPr/>
    </dgm:pt>
    <dgm:pt modelId="{36A2BBFB-6610-4DD9-BC49-854B54CB4D99}" type="pres">
      <dgm:prSet presAssocID="{3DD08362-1CD5-43D2-8B99-C18811764BAD}" presName="hierRoot2" presStyleCnt="0">
        <dgm:presLayoutVars>
          <dgm:hierBranch val="init"/>
        </dgm:presLayoutVars>
      </dgm:prSet>
      <dgm:spPr/>
    </dgm:pt>
    <dgm:pt modelId="{9C4F9F0A-4C25-4028-B879-07712B3E1BDE}" type="pres">
      <dgm:prSet presAssocID="{3DD08362-1CD5-43D2-8B99-C18811764BAD}" presName="rootComposite" presStyleCnt="0"/>
      <dgm:spPr/>
    </dgm:pt>
    <dgm:pt modelId="{6095E621-399C-4331-B631-85D724BB9BEA}" type="pres">
      <dgm:prSet presAssocID="{3DD08362-1CD5-43D2-8B99-C18811764BAD}" presName="rootText" presStyleLbl="node3" presStyleIdx="1" presStyleCnt="22" custLinFactNeighborX="-1882">
        <dgm:presLayoutVars>
          <dgm:chPref val="3"/>
        </dgm:presLayoutVars>
      </dgm:prSet>
      <dgm:spPr/>
    </dgm:pt>
    <dgm:pt modelId="{1A606955-B481-4AA5-A02B-44AF2E71816A}" type="pres">
      <dgm:prSet presAssocID="{3DD08362-1CD5-43D2-8B99-C18811764BAD}" presName="rootConnector" presStyleLbl="node3" presStyleIdx="1" presStyleCnt="22"/>
      <dgm:spPr/>
    </dgm:pt>
    <dgm:pt modelId="{643F8821-245C-48DC-A156-677F1776F46C}" type="pres">
      <dgm:prSet presAssocID="{3DD08362-1CD5-43D2-8B99-C18811764BAD}" presName="hierChild4" presStyleCnt="0"/>
      <dgm:spPr/>
    </dgm:pt>
    <dgm:pt modelId="{288B4E76-0F5B-4247-ADA1-76AD228830A2}" type="pres">
      <dgm:prSet presAssocID="{422B081E-22B4-4583-9A10-B11C691FA1EE}" presName="Name37" presStyleLbl="parChTrans1D4" presStyleIdx="4" presStyleCnt="29"/>
      <dgm:spPr/>
    </dgm:pt>
    <dgm:pt modelId="{2227078D-61D7-4AD8-A5B5-18BCDA68B8A0}" type="pres">
      <dgm:prSet presAssocID="{C54E7E19-A3C9-4341-990B-2839F05445ED}" presName="hierRoot2" presStyleCnt="0">
        <dgm:presLayoutVars>
          <dgm:hierBranch val="init"/>
        </dgm:presLayoutVars>
      </dgm:prSet>
      <dgm:spPr/>
    </dgm:pt>
    <dgm:pt modelId="{397C0798-CB35-4CA2-A30A-5222FFE281ED}" type="pres">
      <dgm:prSet presAssocID="{C54E7E19-A3C9-4341-990B-2839F05445ED}" presName="rootComposite" presStyleCnt="0"/>
      <dgm:spPr/>
    </dgm:pt>
    <dgm:pt modelId="{1606FBB5-838D-4B63-B4F5-6ACFF301896C}" type="pres">
      <dgm:prSet presAssocID="{C54E7E19-A3C9-4341-990B-2839F05445ED}" presName="rootText" presStyleLbl="node4" presStyleIdx="4" presStyleCnt="29">
        <dgm:presLayoutVars>
          <dgm:chPref val="3"/>
        </dgm:presLayoutVars>
      </dgm:prSet>
      <dgm:spPr/>
    </dgm:pt>
    <dgm:pt modelId="{A9BD80AE-A4ED-4A0B-92BB-8E9408645DD7}" type="pres">
      <dgm:prSet presAssocID="{C54E7E19-A3C9-4341-990B-2839F05445ED}" presName="rootConnector" presStyleLbl="node4" presStyleIdx="4" presStyleCnt="29"/>
      <dgm:spPr/>
    </dgm:pt>
    <dgm:pt modelId="{3E824B3C-E788-489F-972D-C7598CD42386}" type="pres">
      <dgm:prSet presAssocID="{C54E7E19-A3C9-4341-990B-2839F05445ED}" presName="hierChild4" presStyleCnt="0"/>
      <dgm:spPr/>
    </dgm:pt>
    <dgm:pt modelId="{AE7EB412-E1C7-4C1D-8556-D2DCE22BAC7F}" type="pres">
      <dgm:prSet presAssocID="{C54E7E19-A3C9-4341-990B-2839F05445ED}" presName="hierChild5" presStyleCnt="0"/>
      <dgm:spPr/>
    </dgm:pt>
    <dgm:pt modelId="{98A18220-A307-4ACC-B0A9-C806AE9ACF24}" type="pres">
      <dgm:prSet presAssocID="{E59C5BDA-876A-4CB1-82EB-20470F14C418}" presName="Name37" presStyleLbl="parChTrans1D4" presStyleIdx="5" presStyleCnt="29"/>
      <dgm:spPr/>
    </dgm:pt>
    <dgm:pt modelId="{B96D7024-9310-4D7C-9B38-3242048CEF2B}" type="pres">
      <dgm:prSet presAssocID="{6BB26C62-909B-4E5E-837B-750BD0D5373B}" presName="hierRoot2" presStyleCnt="0">
        <dgm:presLayoutVars>
          <dgm:hierBranch val="init"/>
        </dgm:presLayoutVars>
      </dgm:prSet>
      <dgm:spPr/>
    </dgm:pt>
    <dgm:pt modelId="{DC60E1B5-3249-4089-9FDE-03C301F3504C}" type="pres">
      <dgm:prSet presAssocID="{6BB26C62-909B-4E5E-837B-750BD0D5373B}" presName="rootComposite" presStyleCnt="0"/>
      <dgm:spPr/>
    </dgm:pt>
    <dgm:pt modelId="{047E7537-5F40-4CEF-AA95-4619C9E9DC09}" type="pres">
      <dgm:prSet presAssocID="{6BB26C62-909B-4E5E-837B-750BD0D5373B}" presName="rootText" presStyleLbl="node4" presStyleIdx="5" presStyleCnt="29">
        <dgm:presLayoutVars>
          <dgm:chPref val="3"/>
        </dgm:presLayoutVars>
      </dgm:prSet>
      <dgm:spPr/>
    </dgm:pt>
    <dgm:pt modelId="{77939C0E-9562-42CB-B151-3FCA44C63A2B}" type="pres">
      <dgm:prSet presAssocID="{6BB26C62-909B-4E5E-837B-750BD0D5373B}" presName="rootConnector" presStyleLbl="node4" presStyleIdx="5" presStyleCnt="29"/>
      <dgm:spPr/>
    </dgm:pt>
    <dgm:pt modelId="{57D383F7-4DCF-4B38-A337-CD08DFC2688F}" type="pres">
      <dgm:prSet presAssocID="{6BB26C62-909B-4E5E-837B-750BD0D5373B}" presName="hierChild4" presStyleCnt="0"/>
      <dgm:spPr/>
    </dgm:pt>
    <dgm:pt modelId="{286F46E6-78EA-4BAA-8E25-0613D3A6A56B}" type="pres">
      <dgm:prSet presAssocID="{6BB26C62-909B-4E5E-837B-750BD0D5373B}" presName="hierChild5" presStyleCnt="0"/>
      <dgm:spPr/>
    </dgm:pt>
    <dgm:pt modelId="{AF06348A-DEB3-43E0-9631-D4E344BD6E2B}" type="pres">
      <dgm:prSet presAssocID="{5DE54939-D99A-45DA-9E9E-0894F92AF7CE}" presName="Name37" presStyleLbl="parChTrans1D4" presStyleIdx="6" presStyleCnt="29"/>
      <dgm:spPr/>
    </dgm:pt>
    <dgm:pt modelId="{1FE476CD-71AA-4AA7-B312-7F7835025AC2}" type="pres">
      <dgm:prSet presAssocID="{CBFBEA91-81CC-4EBB-A9F0-03A080ADA66F}" presName="hierRoot2" presStyleCnt="0">
        <dgm:presLayoutVars>
          <dgm:hierBranch val="init"/>
        </dgm:presLayoutVars>
      </dgm:prSet>
      <dgm:spPr/>
    </dgm:pt>
    <dgm:pt modelId="{9DF3C1F2-C25C-4D40-AC6A-BCCE7F2DC0D7}" type="pres">
      <dgm:prSet presAssocID="{CBFBEA91-81CC-4EBB-A9F0-03A080ADA66F}" presName="rootComposite" presStyleCnt="0"/>
      <dgm:spPr/>
    </dgm:pt>
    <dgm:pt modelId="{697D5A0F-6230-4016-B7DC-050425BA957B}" type="pres">
      <dgm:prSet presAssocID="{CBFBEA91-81CC-4EBB-A9F0-03A080ADA66F}" presName="rootText" presStyleLbl="node4" presStyleIdx="6" presStyleCnt="29">
        <dgm:presLayoutVars>
          <dgm:chPref val="3"/>
        </dgm:presLayoutVars>
      </dgm:prSet>
      <dgm:spPr/>
    </dgm:pt>
    <dgm:pt modelId="{47417868-898E-429D-80FE-07F31D5A9B89}" type="pres">
      <dgm:prSet presAssocID="{CBFBEA91-81CC-4EBB-A9F0-03A080ADA66F}" presName="rootConnector" presStyleLbl="node4" presStyleIdx="6" presStyleCnt="29"/>
      <dgm:spPr/>
    </dgm:pt>
    <dgm:pt modelId="{46BD58F6-F898-466F-96B4-82DFB42E46A5}" type="pres">
      <dgm:prSet presAssocID="{CBFBEA91-81CC-4EBB-A9F0-03A080ADA66F}" presName="hierChild4" presStyleCnt="0"/>
      <dgm:spPr/>
    </dgm:pt>
    <dgm:pt modelId="{EF228C51-6C14-4140-89E5-82317DE49FC2}" type="pres">
      <dgm:prSet presAssocID="{CBFBEA91-81CC-4EBB-A9F0-03A080ADA66F}" presName="hierChild5" presStyleCnt="0"/>
      <dgm:spPr/>
    </dgm:pt>
    <dgm:pt modelId="{E7CDF675-98A0-4465-9BBC-1FE40248E202}" type="pres">
      <dgm:prSet presAssocID="{8CB9872E-3F36-475D-ABA3-CAD5EFC3A119}" presName="Name37" presStyleLbl="parChTrans1D4" presStyleIdx="7" presStyleCnt="29"/>
      <dgm:spPr/>
    </dgm:pt>
    <dgm:pt modelId="{6F411BBE-ABEC-4A56-A816-FA0F375FCD38}" type="pres">
      <dgm:prSet presAssocID="{C8B0134D-25D4-40DE-9294-A8B1036E5130}" presName="hierRoot2" presStyleCnt="0">
        <dgm:presLayoutVars>
          <dgm:hierBranch val="init"/>
        </dgm:presLayoutVars>
      </dgm:prSet>
      <dgm:spPr/>
    </dgm:pt>
    <dgm:pt modelId="{ABDFB358-E10E-4532-8CFD-E93A4A2F98A7}" type="pres">
      <dgm:prSet presAssocID="{C8B0134D-25D4-40DE-9294-A8B1036E5130}" presName="rootComposite" presStyleCnt="0"/>
      <dgm:spPr/>
    </dgm:pt>
    <dgm:pt modelId="{B1CE9002-A304-47A8-BF54-4F99922EBF2D}" type="pres">
      <dgm:prSet presAssocID="{C8B0134D-25D4-40DE-9294-A8B1036E5130}" presName="rootText" presStyleLbl="node4" presStyleIdx="7" presStyleCnt="29">
        <dgm:presLayoutVars>
          <dgm:chPref val="3"/>
        </dgm:presLayoutVars>
      </dgm:prSet>
      <dgm:spPr>
        <a:xfrm>
          <a:off x="1675339" y="3821331"/>
          <a:ext cx="896782" cy="448391"/>
        </a:xfrm>
        <a:prstGeom prst="rect">
          <a:avLst/>
        </a:prstGeom>
      </dgm:spPr>
    </dgm:pt>
    <dgm:pt modelId="{56A7427C-5833-41E3-990B-B9B2A8E5E5EE}" type="pres">
      <dgm:prSet presAssocID="{C8B0134D-25D4-40DE-9294-A8B1036E5130}" presName="rootConnector" presStyleLbl="node4" presStyleIdx="7" presStyleCnt="29"/>
      <dgm:spPr/>
    </dgm:pt>
    <dgm:pt modelId="{F476B8BB-D057-4138-B6B5-405248FF3DD5}" type="pres">
      <dgm:prSet presAssocID="{C8B0134D-25D4-40DE-9294-A8B1036E5130}" presName="hierChild4" presStyleCnt="0"/>
      <dgm:spPr/>
    </dgm:pt>
    <dgm:pt modelId="{1E5A2A13-5850-4C2A-BC57-53894849D4F2}" type="pres">
      <dgm:prSet presAssocID="{C8B0134D-25D4-40DE-9294-A8B1036E5130}" presName="hierChild5" presStyleCnt="0"/>
      <dgm:spPr/>
    </dgm:pt>
    <dgm:pt modelId="{CF935018-B173-46FF-BB51-1E03CBFA254B}" type="pres">
      <dgm:prSet presAssocID="{CF4E0A5E-0C0D-4A6B-82DE-33A61A87EFDB}" presName="Name37" presStyleLbl="parChTrans1D4" presStyleIdx="8" presStyleCnt="29"/>
      <dgm:spPr/>
    </dgm:pt>
    <dgm:pt modelId="{EB82A262-3231-4797-9393-209CABE97789}" type="pres">
      <dgm:prSet presAssocID="{1C5C5E46-0B75-490D-98C4-394EE758DB53}" presName="hierRoot2" presStyleCnt="0">
        <dgm:presLayoutVars>
          <dgm:hierBranch val="init"/>
        </dgm:presLayoutVars>
      </dgm:prSet>
      <dgm:spPr/>
    </dgm:pt>
    <dgm:pt modelId="{F1E61127-BCC1-4098-A19A-FA11CE697B99}" type="pres">
      <dgm:prSet presAssocID="{1C5C5E46-0B75-490D-98C4-394EE758DB53}" presName="rootComposite" presStyleCnt="0"/>
      <dgm:spPr/>
    </dgm:pt>
    <dgm:pt modelId="{C43F3136-1CD2-49D8-B9D8-D4C6C4D8FEC7}" type="pres">
      <dgm:prSet presAssocID="{1C5C5E46-0B75-490D-98C4-394EE758DB53}" presName="rootText" presStyleLbl="node4" presStyleIdx="8" presStyleCnt="29">
        <dgm:presLayoutVars>
          <dgm:chPref val="3"/>
        </dgm:presLayoutVars>
      </dgm:prSet>
      <dgm:spPr/>
    </dgm:pt>
    <dgm:pt modelId="{4AEF1E3B-B914-4EA3-A311-8AE3A1B10CF7}" type="pres">
      <dgm:prSet presAssocID="{1C5C5E46-0B75-490D-98C4-394EE758DB53}" presName="rootConnector" presStyleLbl="node4" presStyleIdx="8" presStyleCnt="29"/>
      <dgm:spPr/>
    </dgm:pt>
    <dgm:pt modelId="{5C7D560C-C6C4-42AB-BA4D-0BC1035962CF}" type="pres">
      <dgm:prSet presAssocID="{1C5C5E46-0B75-490D-98C4-394EE758DB53}" presName="hierChild4" presStyleCnt="0"/>
      <dgm:spPr/>
    </dgm:pt>
    <dgm:pt modelId="{A6EA2B23-6751-4E47-B185-C18ABF8EE6A3}" type="pres">
      <dgm:prSet presAssocID="{1C5C5E46-0B75-490D-98C4-394EE758DB53}" presName="hierChild5" presStyleCnt="0"/>
      <dgm:spPr/>
    </dgm:pt>
    <dgm:pt modelId="{4432B280-98BE-4ECE-A60F-A732E3FC33D4}" type="pres">
      <dgm:prSet presAssocID="{3DD08362-1CD5-43D2-8B99-C18811764BAD}" presName="hierChild5" presStyleCnt="0"/>
      <dgm:spPr/>
    </dgm:pt>
    <dgm:pt modelId="{DDDAE14D-8357-4632-B328-43FEA74CC859}" type="pres">
      <dgm:prSet presAssocID="{F8C3C700-E9B9-4DCE-B674-E766422DB52F}" presName="Name37" presStyleLbl="parChTrans1D3" presStyleIdx="2" presStyleCnt="22"/>
      <dgm:spPr/>
    </dgm:pt>
    <dgm:pt modelId="{90FA6887-EE33-4A59-9783-1BC257C5EBC6}" type="pres">
      <dgm:prSet presAssocID="{CBC26367-C508-48C6-BDE2-2289C6403C5D}" presName="hierRoot2" presStyleCnt="0">
        <dgm:presLayoutVars>
          <dgm:hierBranch val="init"/>
        </dgm:presLayoutVars>
      </dgm:prSet>
      <dgm:spPr/>
    </dgm:pt>
    <dgm:pt modelId="{B36427A4-3426-40A0-AAE3-F819C7684FC9}" type="pres">
      <dgm:prSet presAssocID="{CBC26367-C508-48C6-BDE2-2289C6403C5D}" presName="rootComposite" presStyleCnt="0"/>
      <dgm:spPr/>
    </dgm:pt>
    <dgm:pt modelId="{4D808C45-9DB3-43A0-9F0D-8BB1CB15E00C}" type="pres">
      <dgm:prSet presAssocID="{CBC26367-C508-48C6-BDE2-2289C6403C5D}" presName="rootText" presStyleLbl="node3" presStyleIdx="2" presStyleCnt="22">
        <dgm:presLayoutVars>
          <dgm:chPref val="3"/>
        </dgm:presLayoutVars>
      </dgm:prSet>
      <dgm:spPr/>
    </dgm:pt>
    <dgm:pt modelId="{6CB9B180-5C59-4902-84A7-3F6D1D270CCE}" type="pres">
      <dgm:prSet presAssocID="{CBC26367-C508-48C6-BDE2-2289C6403C5D}" presName="rootConnector" presStyleLbl="node3" presStyleIdx="2" presStyleCnt="22"/>
      <dgm:spPr/>
    </dgm:pt>
    <dgm:pt modelId="{E3E12725-CF92-4610-A185-46F23D8AD1AF}" type="pres">
      <dgm:prSet presAssocID="{CBC26367-C508-48C6-BDE2-2289C6403C5D}" presName="hierChild4" presStyleCnt="0"/>
      <dgm:spPr/>
    </dgm:pt>
    <dgm:pt modelId="{2AFBA8CC-92CF-4EA0-9BE3-A7D9294C1EFF}" type="pres">
      <dgm:prSet presAssocID="{E2616D24-0C81-4F6E-887D-35C5CF68E3D0}" presName="Name37" presStyleLbl="parChTrans1D4" presStyleIdx="9" presStyleCnt="29"/>
      <dgm:spPr/>
    </dgm:pt>
    <dgm:pt modelId="{012F1DF4-5A73-4B13-AD82-A16E30AE18E0}" type="pres">
      <dgm:prSet presAssocID="{40654313-7CE6-4BB4-9618-14DC3EBB79C3}" presName="hierRoot2" presStyleCnt="0">
        <dgm:presLayoutVars>
          <dgm:hierBranch val="init"/>
        </dgm:presLayoutVars>
      </dgm:prSet>
      <dgm:spPr/>
    </dgm:pt>
    <dgm:pt modelId="{0A3A3E40-F8CF-411A-81D2-6450A7412013}" type="pres">
      <dgm:prSet presAssocID="{40654313-7CE6-4BB4-9618-14DC3EBB79C3}" presName="rootComposite" presStyleCnt="0"/>
      <dgm:spPr/>
    </dgm:pt>
    <dgm:pt modelId="{300F7607-9BC1-4B30-8AF2-4D4EB2D0CFF0}" type="pres">
      <dgm:prSet presAssocID="{40654313-7CE6-4BB4-9618-14DC3EBB79C3}" presName="rootText" presStyleLbl="node4" presStyleIdx="9" presStyleCnt="29">
        <dgm:presLayoutVars>
          <dgm:chPref val="3"/>
        </dgm:presLayoutVars>
      </dgm:prSet>
      <dgm:spPr/>
    </dgm:pt>
    <dgm:pt modelId="{F55DA72E-FB28-4EA5-9EFB-A0D236A33CA6}" type="pres">
      <dgm:prSet presAssocID="{40654313-7CE6-4BB4-9618-14DC3EBB79C3}" presName="rootConnector" presStyleLbl="node4" presStyleIdx="9" presStyleCnt="29"/>
      <dgm:spPr/>
    </dgm:pt>
    <dgm:pt modelId="{48C1122D-469F-42C0-A4C9-C77B9B24D432}" type="pres">
      <dgm:prSet presAssocID="{40654313-7CE6-4BB4-9618-14DC3EBB79C3}" presName="hierChild4" presStyleCnt="0"/>
      <dgm:spPr/>
    </dgm:pt>
    <dgm:pt modelId="{47FB680A-A4A4-472E-B878-46E36D5B8E99}" type="pres">
      <dgm:prSet presAssocID="{40654313-7CE6-4BB4-9618-14DC3EBB79C3}" presName="hierChild5" presStyleCnt="0"/>
      <dgm:spPr/>
    </dgm:pt>
    <dgm:pt modelId="{3C490C04-D3F3-481F-AD0A-8EFC2B32250A}" type="pres">
      <dgm:prSet presAssocID="{B954C91C-FD9D-4C5D-B097-C3C5FB981E1B}" presName="Name37" presStyleLbl="parChTrans1D4" presStyleIdx="10" presStyleCnt="29"/>
      <dgm:spPr/>
    </dgm:pt>
    <dgm:pt modelId="{13F70CE3-60AE-415B-9316-F97D7A85E6D0}" type="pres">
      <dgm:prSet presAssocID="{1AB0B114-74BC-4DC9-BC83-1035E67BA125}" presName="hierRoot2" presStyleCnt="0">
        <dgm:presLayoutVars>
          <dgm:hierBranch val="init"/>
        </dgm:presLayoutVars>
      </dgm:prSet>
      <dgm:spPr/>
    </dgm:pt>
    <dgm:pt modelId="{66CCB55E-4BC6-42A1-A308-888E17A94B84}" type="pres">
      <dgm:prSet presAssocID="{1AB0B114-74BC-4DC9-BC83-1035E67BA125}" presName="rootComposite" presStyleCnt="0"/>
      <dgm:spPr/>
    </dgm:pt>
    <dgm:pt modelId="{37EFF60E-DEC5-4573-B902-AE8AFA1E326E}" type="pres">
      <dgm:prSet presAssocID="{1AB0B114-74BC-4DC9-BC83-1035E67BA125}" presName="rootText" presStyleLbl="node4" presStyleIdx="10" presStyleCnt="29">
        <dgm:presLayoutVars>
          <dgm:chPref val="3"/>
        </dgm:presLayoutVars>
      </dgm:prSet>
      <dgm:spPr/>
    </dgm:pt>
    <dgm:pt modelId="{C124A1EC-40AA-488E-81A6-45232781073F}" type="pres">
      <dgm:prSet presAssocID="{1AB0B114-74BC-4DC9-BC83-1035E67BA125}" presName="rootConnector" presStyleLbl="node4" presStyleIdx="10" presStyleCnt="29"/>
      <dgm:spPr/>
    </dgm:pt>
    <dgm:pt modelId="{873BC369-5DEA-4BDC-AEB1-5F8400248851}" type="pres">
      <dgm:prSet presAssocID="{1AB0B114-74BC-4DC9-BC83-1035E67BA125}" presName="hierChild4" presStyleCnt="0"/>
      <dgm:spPr/>
    </dgm:pt>
    <dgm:pt modelId="{DD8101E8-52A5-4F29-9A65-4DBA5B75DB55}" type="pres">
      <dgm:prSet presAssocID="{1AB0B114-74BC-4DC9-BC83-1035E67BA125}" presName="hierChild5" presStyleCnt="0"/>
      <dgm:spPr/>
    </dgm:pt>
    <dgm:pt modelId="{736A9559-E7FC-4AF1-A4A0-13890907224D}" type="pres">
      <dgm:prSet presAssocID="{7EB172F4-C873-4993-8066-00C90461E2EE}" presName="Name37" presStyleLbl="parChTrans1D4" presStyleIdx="11" presStyleCnt="29"/>
      <dgm:spPr/>
    </dgm:pt>
    <dgm:pt modelId="{EAB067ED-737E-4A5D-8CFF-D6817EF682F5}" type="pres">
      <dgm:prSet presAssocID="{19C80E08-7B44-4D3E-B2E9-66DFBF01F850}" presName="hierRoot2" presStyleCnt="0">
        <dgm:presLayoutVars>
          <dgm:hierBranch val="init"/>
        </dgm:presLayoutVars>
      </dgm:prSet>
      <dgm:spPr/>
    </dgm:pt>
    <dgm:pt modelId="{C61D6E4C-BB05-44F8-9577-C408D9D346EB}" type="pres">
      <dgm:prSet presAssocID="{19C80E08-7B44-4D3E-B2E9-66DFBF01F850}" presName="rootComposite" presStyleCnt="0"/>
      <dgm:spPr/>
    </dgm:pt>
    <dgm:pt modelId="{7BD28B1D-93CF-49EB-9A07-69136E106717}" type="pres">
      <dgm:prSet presAssocID="{19C80E08-7B44-4D3E-B2E9-66DFBF01F850}" presName="rootText" presStyleLbl="node4" presStyleIdx="11" presStyleCnt="29">
        <dgm:presLayoutVars>
          <dgm:chPref val="3"/>
        </dgm:presLayoutVars>
      </dgm:prSet>
      <dgm:spPr/>
    </dgm:pt>
    <dgm:pt modelId="{FBEEEC78-357E-41FC-884D-C4D3E68E1508}" type="pres">
      <dgm:prSet presAssocID="{19C80E08-7B44-4D3E-B2E9-66DFBF01F850}" presName="rootConnector" presStyleLbl="node4" presStyleIdx="11" presStyleCnt="29"/>
      <dgm:spPr/>
    </dgm:pt>
    <dgm:pt modelId="{A7FC5424-C35A-498F-9AF8-7940FE4B5CA4}" type="pres">
      <dgm:prSet presAssocID="{19C80E08-7B44-4D3E-B2E9-66DFBF01F850}" presName="hierChild4" presStyleCnt="0"/>
      <dgm:spPr/>
    </dgm:pt>
    <dgm:pt modelId="{05C33654-1015-450F-821A-9C77E0109AD9}" type="pres">
      <dgm:prSet presAssocID="{19C80E08-7B44-4D3E-B2E9-66DFBF01F850}" presName="hierChild5" presStyleCnt="0"/>
      <dgm:spPr/>
    </dgm:pt>
    <dgm:pt modelId="{E1389432-4AB3-4629-9F87-9CD5D2E72AAD}" type="pres">
      <dgm:prSet presAssocID="{55F75637-446B-47A9-9042-297BCF8A7297}" presName="Name37" presStyleLbl="parChTrans1D4" presStyleIdx="12" presStyleCnt="29"/>
      <dgm:spPr/>
    </dgm:pt>
    <dgm:pt modelId="{2AEF1BF2-E533-4D69-A554-5676BDD6F413}" type="pres">
      <dgm:prSet presAssocID="{8167DDFE-1141-4581-890D-F8BEC9322DF3}" presName="hierRoot2" presStyleCnt="0">
        <dgm:presLayoutVars>
          <dgm:hierBranch val="init"/>
        </dgm:presLayoutVars>
      </dgm:prSet>
      <dgm:spPr/>
    </dgm:pt>
    <dgm:pt modelId="{6D125DC0-4CDE-4C40-B857-3A9579E49946}" type="pres">
      <dgm:prSet presAssocID="{8167DDFE-1141-4581-890D-F8BEC9322DF3}" presName="rootComposite" presStyleCnt="0"/>
      <dgm:spPr/>
    </dgm:pt>
    <dgm:pt modelId="{9EC69996-67FA-4CCC-99DA-96ECFA95D19A}" type="pres">
      <dgm:prSet presAssocID="{8167DDFE-1141-4581-890D-F8BEC9322DF3}" presName="rootText" presStyleLbl="node4" presStyleIdx="12" presStyleCnt="29">
        <dgm:presLayoutVars>
          <dgm:chPref val="3"/>
        </dgm:presLayoutVars>
      </dgm:prSet>
      <dgm:spPr/>
    </dgm:pt>
    <dgm:pt modelId="{0251438B-3FB9-4CB2-B064-91927E98D0E0}" type="pres">
      <dgm:prSet presAssocID="{8167DDFE-1141-4581-890D-F8BEC9322DF3}" presName="rootConnector" presStyleLbl="node4" presStyleIdx="12" presStyleCnt="29"/>
      <dgm:spPr/>
    </dgm:pt>
    <dgm:pt modelId="{17B30D7F-0ACD-4035-896B-BC2FF64CECA6}" type="pres">
      <dgm:prSet presAssocID="{8167DDFE-1141-4581-890D-F8BEC9322DF3}" presName="hierChild4" presStyleCnt="0"/>
      <dgm:spPr/>
    </dgm:pt>
    <dgm:pt modelId="{DC7C8762-668A-40F4-AD26-778A33EF281C}" type="pres">
      <dgm:prSet presAssocID="{8167DDFE-1141-4581-890D-F8BEC9322DF3}" presName="hierChild5" presStyleCnt="0"/>
      <dgm:spPr/>
    </dgm:pt>
    <dgm:pt modelId="{7AE8D7A2-475D-440A-B8BE-B097CD173F6C}" type="pres">
      <dgm:prSet presAssocID="{A6335261-6133-489C-987C-CE390FFF62C4}" presName="Name37" presStyleLbl="parChTrans1D4" presStyleIdx="13" presStyleCnt="29"/>
      <dgm:spPr/>
    </dgm:pt>
    <dgm:pt modelId="{9D41CB7A-E59B-461C-A024-F0D7FDFDEFA0}" type="pres">
      <dgm:prSet presAssocID="{00FE9818-30BE-4EDE-A5E4-E952F7B0653B}" presName="hierRoot2" presStyleCnt="0">
        <dgm:presLayoutVars>
          <dgm:hierBranch val="init"/>
        </dgm:presLayoutVars>
      </dgm:prSet>
      <dgm:spPr/>
    </dgm:pt>
    <dgm:pt modelId="{37D2DA44-E285-48A5-9D79-201065EE807E}" type="pres">
      <dgm:prSet presAssocID="{00FE9818-30BE-4EDE-A5E4-E952F7B0653B}" presName="rootComposite" presStyleCnt="0"/>
      <dgm:spPr/>
    </dgm:pt>
    <dgm:pt modelId="{78E2DE9F-3337-48E2-93F4-72D910AF8D59}" type="pres">
      <dgm:prSet presAssocID="{00FE9818-30BE-4EDE-A5E4-E952F7B0653B}" presName="rootText" presStyleLbl="node4" presStyleIdx="13" presStyleCnt="29">
        <dgm:presLayoutVars>
          <dgm:chPref val="3"/>
        </dgm:presLayoutVars>
      </dgm:prSet>
      <dgm:spPr/>
    </dgm:pt>
    <dgm:pt modelId="{8D0FFAFD-1CC1-417D-81EB-456EDBEC2B2B}" type="pres">
      <dgm:prSet presAssocID="{00FE9818-30BE-4EDE-A5E4-E952F7B0653B}" presName="rootConnector" presStyleLbl="node4" presStyleIdx="13" presStyleCnt="29"/>
      <dgm:spPr/>
    </dgm:pt>
    <dgm:pt modelId="{E93AB08E-7A17-4F2E-BE3B-BF49A245EDD2}" type="pres">
      <dgm:prSet presAssocID="{00FE9818-30BE-4EDE-A5E4-E952F7B0653B}" presName="hierChild4" presStyleCnt="0"/>
      <dgm:spPr/>
    </dgm:pt>
    <dgm:pt modelId="{351D6B4E-164B-41F5-BA92-DDC9B63E1A72}" type="pres">
      <dgm:prSet presAssocID="{00FE9818-30BE-4EDE-A5E4-E952F7B0653B}" presName="hierChild5" presStyleCnt="0"/>
      <dgm:spPr/>
    </dgm:pt>
    <dgm:pt modelId="{FAD3E6ED-18B4-48B9-8DB2-4D0DEC6A246B}" type="pres">
      <dgm:prSet presAssocID="{4CFA0CAE-6742-4C7D-BA97-D22E42D7292B}" presName="Name37" presStyleLbl="parChTrans1D4" presStyleIdx="14" presStyleCnt="29"/>
      <dgm:spPr/>
    </dgm:pt>
    <dgm:pt modelId="{BDD0E3EA-51E0-43A3-8CC0-12041CC02B6F}" type="pres">
      <dgm:prSet presAssocID="{41CF4ACA-672E-46CF-BFE6-28945D92F1A7}" presName="hierRoot2" presStyleCnt="0">
        <dgm:presLayoutVars>
          <dgm:hierBranch val="init"/>
        </dgm:presLayoutVars>
      </dgm:prSet>
      <dgm:spPr/>
    </dgm:pt>
    <dgm:pt modelId="{F540FF53-F028-4E7E-8130-432B9B5A7E4E}" type="pres">
      <dgm:prSet presAssocID="{41CF4ACA-672E-46CF-BFE6-28945D92F1A7}" presName="rootComposite" presStyleCnt="0"/>
      <dgm:spPr/>
    </dgm:pt>
    <dgm:pt modelId="{80620919-AEA0-44D8-B963-749096DB4292}" type="pres">
      <dgm:prSet presAssocID="{41CF4ACA-672E-46CF-BFE6-28945D92F1A7}" presName="rootText" presStyleLbl="node4" presStyleIdx="14" presStyleCnt="29">
        <dgm:presLayoutVars>
          <dgm:chPref val="3"/>
        </dgm:presLayoutVars>
      </dgm:prSet>
      <dgm:spPr/>
    </dgm:pt>
    <dgm:pt modelId="{73B99D64-AC00-4600-96DC-A194C40A3A22}" type="pres">
      <dgm:prSet presAssocID="{41CF4ACA-672E-46CF-BFE6-28945D92F1A7}" presName="rootConnector" presStyleLbl="node4" presStyleIdx="14" presStyleCnt="29"/>
      <dgm:spPr/>
    </dgm:pt>
    <dgm:pt modelId="{42F977FD-D873-4E9F-80F5-657341BC496A}" type="pres">
      <dgm:prSet presAssocID="{41CF4ACA-672E-46CF-BFE6-28945D92F1A7}" presName="hierChild4" presStyleCnt="0"/>
      <dgm:spPr/>
    </dgm:pt>
    <dgm:pt modelId="{AA964241-015F-4060-AADD-6BCDCAAB0175}" type="pres">
      <dgm:prSet presAssocID="{41CF4ACA-672E-46CF-BFE6-28945D92F1A7}" presName="hierChild5" presStyleCnt="0"/>
      <dgm:spPr/>
    </dgm:pt>
    <dgm:pt modelId="{6179CBB1-02CA-4DEC-92FB-7144EC15B143}" type="pres">
      <dgm:prSet presAssocID="{CBC26367-C508-48C6-BDE2-2289C6403C5D}" presName="hierChild5" presStyleCnt="0"/>
      <dgm:spPr/>
    </dgm:pt>
    <dgm:pt modelId="{A7691D43-D327-4E13-9539-BACFC9B59831}" type="pres">
      <dgm:prSet presAssocID="{3C31B98F-436F-46D2-BBD7-16ED9550AE08}" presName="Name37" presStyleLbl="parChTrans1D3" presStyleIdx="3" presStyleCnt="22"/>
      <dgm:spPr/>
    </dgm:pt>
    <dgm:pt modelId="{168355AC-1500-4892-ABDA-268E398122A7}" type="pres">
      <dgm:prSet presAssocID="{1E0E5B10-4603-49E5-A2D9-1BD68CD66467}" presName="hierRoot2" presStyleCnt="0">
        <dgm:presLayoutVars>
          <dgm:hierBranch val="init"/>
        </dgm:presLayoutVars>
      </dgm:prSet>
      <dgm:spPr/>
    </dgm:pt>
    <dgm:pt modelId="{AA4BE217-3055-40F9-9618-B64D2772313F}" type="pres">
      <dgm:prSet presAssocID="{1E0E5B10-4603-49E5-A2D9-1BD68CD66467}" presName="rootComposite" presStyleCnt="0"/>
      <dgm:spPr/>
    </dgm:pt>
    <dgm:pt modelId="{462E34CB-8D2C-45E2-91B2-642534F74197}" type="pres">
      <dgm:prSet presAssocID="{1E0E5B10-4603-49E5-A2D9-1BD68CD66467}" presName="rootText" presStyleLbl="node3" presStyleIdx="3" presStyleCnt="22">
        <dgm:presLayoutVars>
          <dgm:chPref val="3"/>
        </dgm:presLayoutVars>
      </dgm:prSet>
      <dgm:spPr/>
    </dgm:pt>
    <dgm:pt modelId="{731FAA8E-F4BC-4DF8-B667-8FC153715DD7}" type="pres">
      <dgm:prSet presAssocID="{1E0E5B10-4603-49E5-A2D9-1BD68CD66467}" presName="rootConnector" presStyleLbl="node3" presStyleIdx="3" presStyleCnt="22"/>
      <dgm:spPr/>
    </dgm:pt>
    <dgm:pt modelId="{DF5E5B9A-7AA6-4625-A6BD-FEE5A1836BB1}" type="pres">
      <dgm:prSet presAssocID="{1E0E5B10-4603-49E5-A2D9-1BD68CD66467}" presName="hierChild4" presStyleCnt="0"/>
      <dgm:spPr/>
    </dgm:pt>
    <dgm:pt modelId="{441C1F49-84DE-4A65-8376-3ABA62C2E165}" type="pres">
      <dgm:prSet presAssocID="{8E7E7A18-AEF5-401B-B218-5E05B1190D56}" presName="Name37" presStyleLbl="parChTrans1D4" presStyleIdx="15" presStyleCnt="29"/>
      <dgm:spPr/>
    </dgm:pt>
    <dgm:pt modelId="{9E9A9BA3-91AE-425A-A71E-504D7E6086A7}" type="pres">
      <dgm:prSet presAssocID="{40A391D4-FFFB-4EF0-B895-BFFD7386E0F6}" presName="hierRoot2" presStyleCnt="0">
        <dgm:presLayoutVars>
          <dgm:hierBranch val="init"/>
        </dgm:presLayoutVars>
      </dgm:prSet>
      <dgm:spPr/>
    </dgm:pt>
    <dgm:pt modelId="{6D3306C1-F70D-4912-872D-E411B96B848E}" type="pres">
      <dgm:prSet presAssocID="{40A391D4-FFFB-4EF0-B895-BFFD7386E0F6}" presName="rootComposite" presStyleCnt="0"/>
      <dgm:spPr/>
    </dgm:pt>
    <dgm:pt modelId="{F2AE0978-41DB-4A22-900D-FE408B59B491}" type="pres">
      <dgm:prSet presAssocID="{40A391D4-FFFB-4EF0-B895-BFFD7386E0F6}" presName="rootText" presStyleLbl="node4" presStyleIdx="15" presStyleCnt="29">
        <dgm:presLayoutVars>
          <dgm:chPref val="3"/>
        </dgm:presLayoutVars>
      </dgm:prSet>
      <dgm:spPr/>
    </dgm:pt>
    <dgm:pt modelId="{40A89B31-9CD2-47B5-A41F-0A76A588F0A6}" type="pres">
      <dgm:prSet presAssocID="{40A391D4-FFFB-4EF0-B895-BFFD7386E0F6}" presName="rootConnector" presStyleLbl="node4" presStyleIdx="15" presStyleCnt="29"/>
      <dgm:spPr/>
    </dgm:pt>
    <dgm:pt modelId="{60AE1605-720C-4BE4-A2B6-3710CA4DD1F6}" type="pres">
      <dgm:prSet presAssocID="{40A391D4-FFFB-4EF0-B895-BFFD7386E0F6}" presName="hierChild4" presStyleCnt="0"/>
      <dgm:spPr/>
    </dgm:pt>
    <dgm:pt modelId="{4317CB88-C9E3-4D02-BEAE-982C00348A87}" type="pres">
      <dgm:prSet presAssocID="{40A391D4-FFFB-4EF0-B895-BFFD7386E0F6}" presName="hierChild5" presStyleCnt="0"/>
      <dgm:spPr/>
    </dgm:pt>
    <dgm:pt modelId="{BDC229DC-0462-4111-A9C3-D81FBABD3918}" type="pres">
      <dgm:prSet presAssocID="{70413013-57F8-4BB7-9CC2-4EE77AE54DD0}" presName="Name37" presStyleLbl="parChTrans1D4" presStyleIdx="16" presStyleCnt="29"/>
      <dgm:spPr/>
    </dgm:pt>
    <dgm:pt modelId="{420D5ABF-14AE-44B2-B48A-38D725AEBE91}" type="pres">
      <dgm:prSet presAssocID="{9881C259-CA63-484C-911A-739643CE7E57}" presName="hierRoot2" presStyleCnt="0">
        <dgm:presLayoutVars>
          <dgm:hierBranch val="init"/>
        </dgm:presLayoutVars>
      </dgm:prSet>
      <dgm:spPr/>
    </dgm:pt>
    <dgm:pt modelId="{98F7738C-BF7D-4FC7-963F-9521710275EE}" type="pres">
      <dgm:prSet presAssocID="{9881C259-CA63-484C-911A-739643CE7E57}" presName="rootComposite" presStyleCnt="0"/>
      <dgm:spPr/>
    </dgm:pt>
    <dgm:pt modelId="{012839C2-9FD4-4C8A-817E-E5A30364F182}" type="pres">
      <dgm:prSet presAssocID="{9881C259-CA63-484C-911A-739643CE7E57}" presName="rootText" presStyleLbl="node4" presStyleIdx="16" presStyleCnt="29">
        <dgm:presLayoutVars>
          <dgm:chPref val="3"/>
        </dgm:presLayoutVars>
      </dgm:prSet>
      <dgm:spPr/>
    </dgm:pt>
    <dgm:pt modelId="{F5E73284-40C2-4ED5-B4D7-4EAC26E34C19}" type="pres">
      <dgm:prSet presAssocID="{9881C259-CA63-484C-911A-739643CE7E57}" presName="rootConnector" presStyleLbl="node4" presStyleIdx="16" presStyleCnt="29"/>
      <dgm:spPr/>
    </dgm:pt>
    <dgm:pt modelId="{9CE36509-89FD-475F-BAE9-778D9994046C}" type="pres">
      <dgm:prSet presAssocID="{9881C259-CA63-484C-911A-739643CE7E57}" presName="hierChild4" presStyleCnt="0"/>
      <dgm:spPr/>
    </dgm:pt>
    <dgm:pt modelId="{4128B0F0-3B4D-40CD-B8BF-60EBFC041AFD}" type="pres">
      <dgm:prSet presAssocID="{9881C259-CA63-484C-911A-739643CE7E57}" presName="hierChild5" presStyleCnt="0"/>
      <dgm:spPr/>
    </dgm:pt>
    <dgm:pt modelId="{A16C39C0-7E87-4488-B5BD-262A6D527DAA}" type="pres">
      <dgm:prSet presAssocID="{E4891BFB-C35C-4F92-A778-49C7654E9616}" presName="Name37" presStyleLbl="parChTrans1D4" presStyleIdx="17" presStyleCnt="29"/>
      <dgm:spPr/>
    </dgm:pt>
    <dgm:pt modelId="{4537B4D5-8E9D-4EAC-B4D5-045F486546F2}" type="pres">
      <dgm:prSet presAssocID="{3AA83E9A-732B-437B-BFAC-61B38FC3BE5E}" presName="hierRoot2" presStyleCnt="0">
        <dgm:presLayoutVars>
          <dgm:hierBranch val="init"/>
        </dgm:presLayoutVars>
      </dgm:prSet>
      <dgm:spPr/>
    </dgm:pt>
    <dgm:pt modelId="{E8948C97-9112-41FC-9ADE-024149B2A14D}" type="pres">
      <dgm:prSet presAssocID="{3AA83E9A-732B-437B-BFAC-61B38FC3BE5E}" presName="rootComposite" presStyleCnt="0"/>
      <dgm:spPr/>
    </dgm:pt>
    <dgm:pt modelId="{1F354998-CF66-4807-91D7-2CBB479FB822}" type="pres">
      <dgm:prSet presAssocID="{3AA83E9A-732B-437B-BFAC-61B38FC3BE5E}" presName="rootText" presStyleLbl="node4" presStyleIdx="17" presStyleCnt="29">
        <dgm:presLayoutVars>
          <dgm:chPref val="3"/>
        </dgm:presLayoutVars>
      </dgm:prSet>
      <dgm:spPr/>
    </dgm:pt>
    <dgm:pt modelId="{9217A556-D191-4CCB-BAB5-50B1DD31CD8F}" type="pres">
      <dgm:prSet presAssocID="{3AA83E9A-732B-437B-BFAC-61B38FC3BE5E}" presName="rootConnector" presStyleLbl="node4" presStyleIdx="17" presStyleCnt="29"/>
      <dgm:spPr/>
    </dgm:pt>
    <dgm:pt modelId="{7285CFDE-ED52-4B93-87C7-1695EADA61EB}" type="pres">
      <dgm:prSet presAssocID="{3AA83E9A-732B-437B-BFAC-61B38FC3BE5E}" presName="hierChild4" presStyleCnt="0"/>
      <dgm:spPr/>
    </dgm:pt>
    <dgm:pt modelId="{B2DF72D9-8E0F-4CAE-851E-E72D752A6AA8}" type="pres">
      <dgm:prSet presAssocID="{3AA83E9A-732B-437B-BFAC-61B38FC3BE5E}" presName="hierChild5" presStyleCnt="0"/>
      <dgm:spPr/>
    </dgm:pt>
    <dgm:pt modelId="{8B48F5DE-4234-490C-B8E3-CA169BB18863}" type="pres">
      <dgm:prSet presAssocID="{D6E87735-B932-4677-B90A-6973A78681E0}" presName="Name37" presStyleLbl="parChTrans1D4" presStyleIdx="18" presStyleCnt="29"/>
      <dgm:spPr/>
    </dgm:pt>
    <dgm:pt modelId="{DAA8938D-A1E6-4BDF-A6AC-DB726CC42039}" type="pres">
      <dgm:prSet presAssocID="{3D9FF747-E125-4234-AB5E-BD18D5F58123}" presName="hierRoot2" presStyleCnt="0">
        <dgm:presLayoutVars>
          <dgm:hierBranch val="init"/>
        </dgm:presLayoutVars>
      </dgm:prSet>
      <dgm:spPr/>
    </dgm:pt>
    <dgm:pt modelId="{E9CE3607-538F-4CFD-B6E0-88B682D51278}" type="pres">
      <dgm:prSet presAssocID="{3D9FF747-E125-4234-AB5E-BD18D5F58123}" presName="rootComposite" presStyleCnt="0"/>
      <dgm:spPr/>
    </dgm:pt>
    <dgm:pt modelId="{8E917D68-A5B7-4651-8C8F-7435C1FA0848}" type="pres">
      <dgm:prSet presAssocID="{3D9FF747-E125-4234-AB5E-BD18D5F58123}" presName="rootText" presStyleLbl="node4" presStyleIdx="18" presStyleCnt="29">
        <dgm:presLayoutVars>
          <dgm:chPref val="3"/>
        </dgm:presLayoutVars>
      </dgm:prSet>
      <dgm:spPr/>
    </dgm:pt>
    <dgm:pt modelId="{FDD9EAEA-F969-4882-AF51-6515319C1FD0}" type="pres">
      <dgm:prSet presAssocID="{3D9FF747-E125-4234-AB5E-BD18D5F58123}" presName="rootConnector" presStyleLbl="node4" presStyleIdx="18" presStyleCnt="29"/>
      <dgm:spPr/>
    </dgm:pt>
    <dgm:pt modelId="{33D21ECB-ABC3-4EE7-8C8F-BEF5B08DC545}" type="pres">
      <dgm:prSet presAssocID="{3D9FF747-E125-4234-AB5E-BD18D5F58123}" presName="hierChild4" presStyleCnt="0"/>
      <dgm:spPr/>
    </dgm:pt>
    <dgm:pt modelId="{06AE7BD7-9477-4B7F-A783-EDD9822909CF}" type="pres">
      <dgm:prSet presAssocID="{3D9FF747-E125-4234-AB5E-BD18D5F58123}" presName="hierChild5" presStyleCnt="0"/>
      <dgm:spPr/>
    </dgm:pt>
    <dgm:pt modelId="{192D31DF-3F50-4D0D-BA32-E78BD74DE300}" type="pres">
      <dgm:prSet presAssocID="{7FF934FD-CE66-4EC6-A282-076B5AF03441}" presName="Name37" presStyleLbl="parChTrans1D4" presStyleIdx="19" presStyleCnt="29"/>
      <dgm:spPr/>
    </dgm:pt>
    <dgm:pt modelId="{A968F7A4-BBE1-424C-9943-2B4B28123D62}" type="pres">
      <dgm:prSet presAssocID="{A17D3329-8E3B-4FAB-BE98-2732635C0118}" presName="hierRoot2" presStyleCnt="0">
        <dgm:presLayoutVars>
          <dgm:hierBranch val="init"/>
        </dgm:presLayoutVars>
      </dgm:prSet>
      <dgm:spPr/>
    </dgm:pt>
    <dgm:pt modelId="{6DBC21F0-FD32-4CBD-BA31-9BE9A2A54FD5}" type="pres">
      <dgm:prSet presAssocID="{A17D3329-8E3B-4FAB-BE98-2732635C0118}" presName="rootComposite" presStyleCnt="0"/>
      <dgm:spPr/>
    </dgm:pt>
    <dgm:pt modelId="{1B3948E2-992C-4F07-9464-7DC35E039163}" type="pres">
      <dgm:prSet presAssocID="{A17D3329-8E3B-4FAB-BE98-2732635C0118}" presName="rootText" presStyleLbl="node4" presStyleIdx="19" presStyleCnt="29">
        <dgm:presLayoutVars>
          <dgm:chPref val="3"/>
        </dgm:presLayoutVars>
      </dgm:prSet>
      <dgm:spPr/>
    </dgm:pt>
    <dgm:pt modelId="{401A8659-6795-4B0E-B59E-2F99D6E64AB9}" type="pres">
      <dgm:prSet presAssocID="{A17D3329-8E3B-4FAB-BE98-2732635C0118}" presName="rootConnector" presStyleLbl="node4" presStyleIdx="19" presStyleCnt="29"/>
      <dgm:spPr/>
    </dgm:pt>
    <dgm:pt modelId="{C68BE00D-5B1D-4ED7-9B50-921D083EEFFE}" type="pres">
      <dgm:prSet presAssocID="{A17D3329-8E3B-4FAB-BE98-2732635C0118}" presName="hierChild4" presStyleCnt="0"/>
      <dgm:spPr/>
    </dgm:pt>
    <dgm:pt modelId="{960B723C-96C5-4A92-8B15-7EB3F861A989}" type="pres">
      <dgm:prSet presAssocID="{A17D3329-8E3B-4FAB-BE98-2732635C0118}" presName="hierChild5" presStyleCnt="0"/>
      <dgm:spPr/>
    </dgm:pt>
    <dgm:pt modelId="{E6264600-84D8-45C2-854D-74648313BDDC}" type="pres">
      <dgm:prSet presAssocID="{1E0E5B10-4603-49E5-A2D9-1BD68CD66467}" presName="hierChild5" presStyleCnt="0"/>
      <dgm:spPr/>
    </dgm:pt>
    <dgm:pt modelId="{A4A582D5-D5E7-4E4B-968E-D8AA41E5D2A9}" type="pres">
      <dgm:prSet presAssocID="{766C6A92-94FA-4AD5-9E61-F13BAB7AD60A}" presName="hierChild5" presStyleCnt="0"/>
      <dgm:spPr/>
    </dgm:pt>
    <dgm:pt modelId="{BBF64121-58AD-4996-9990-A083E635E2A0}" type="pres">
      <dgm:prSet presAssocID="{30384F73-6583-46E9-9A18-C764AE4D2851}" presName="Name37" presStyleLbl="parChTrans1D2" presStyleIdx="1" presStyleCnt="3"/>
      <dgm:spPr/>
    </dgm:pt>
    <dgm:pt modelId="{738C72F8-B72F-4565-9829-F4E62EC679B3}" type="pres">
      <dgm:prSet presAssocID="{AB44CDFA-8F1B-4CB5-B083-7624C9F271D2}" presName="hierRoot2" presStyleCnt="0">
        <dgm:presLayoutVars>
          <dgm:hierBranch val="init"/>
        </dgm:presLayoutVars>
      </dgm:prSet>
      <dgm:spPr/>
    </dgm:pt>
    <dgm:pt modelId="{53F02880-9B54-43D9-97D1-D07CB34D3B97}" type="pres">
      <dgm:prSet presAssocID="{AB44CDFA-8F1B-4CB5-B083-7624C9F271D2}" presName="rootComposite" presStyleCnt="0"/>
      <dgm:spPr/>
    </dgm:pt>
    <dgm:pt modelId="{3DBC93A4-0883-45A0-AB76-42DEA798BD64}" type="pres">
      <dgm:prSet presAssocID="{AB44CDFA-8F1B-4CB5-B083-7624C9F271D2}" presName="rootText" presStyleLbl="node2" presStyleIdx="1" presStyleCnt="3">
        <dgm:presLayoutVars>
          <dgm:chPref val="3"/>
        </dgm:presLayoutVars>
      </dgm:prSet>
      <dgm:spPr/>
    </dgm:pt>
    <dgm:pt modelId="{513C812A-F42B-4EAC-83CB-C249DD3BC121}" type="pres">
      <dgm:prSet presAssocID="{AB44CDFA-8F1B-4CB5-B083-7624C9F271D2}" presName="rootConnector" presStyleLbl="node2" presStyleIdx="1" presStyleCnt="3"/>
      <dgm:spPr/>
    </dgm:pt>
    <dgm:pt modelId="{2776067B-BFB6-48AD-B417-7299CBDC718A}" type="pres">
      <dgm:prSet presAssocID="{AB44CDFA-8F1B-4CB5-B083-7624C9F271D2}" presName="hierChild4" presStyleCnt="0"/>
      <dgm:spPr/>
    </dgm:pt>
    <dgm:pt modelId="{E36F0F79-F3F7-49E1-8338-F57BBF1F5F98}" type="pres">
      <dgm:prSet presAssocID="{CF19684F-0241-4E80-B39C-F046E9ADCEAC}" presName="Name37" presStyleLbl="parChTrans1D3" presStyleIdx="4" presStyleCnt="22"/>
      <dgm:spPr/>
    </dgm:pt>
    <dgm:pt modelId="{C621057A-94FB-48EF-BABA-E5730C3EEBD5}" type="pres">
      <dgm:prSet presAssocID="{40D91353-E8BB-4EFA-9AA9-81047671152F}" presName="hierRoot2" presStyleCnt="0">
        <dgm:presLayoutVars>
          <dgm:hierBranch val="init"/>
        </dgm:presLayoutVars>
      </dgm:prSet>
      <dgm:spPr/>
    </dgm:pt>
    <dgm:pt modelId="{7B0CB490-191F-4001-AF79-7F2B1EC3F198}" type="pres">
      <dgm:prSet presAssocID="{40D91353-E8BB-4EFA-9AA9-81047671152F}" presName="rootComposite" presStyleCnt="0"/>
      <dgm:spPr/>
    </dgm:pt>
    <dgm:pt modelId="{E091965D-1A48-4B32-87A7-16C702A891F4}" type="pres">
      <dgm:prSet presAssocID="{40D91353-E8BB-4EFA-9AA9-81047671152F}" presName="rootText" presStyleLbl="node3" presStyleIdx="4" presStyleCnt="22">
        <dgm:presLayoutVars>
          <dgm:chPref val="3"/>
        </dgm:presLayoutVars>
      </dgm:prSet>
      <dgm:spPr/>
    </dgm:pt>
    <dgm:pt modelId="{436042DE-3D5D-4151-832C-983B8410DA61}" type="pres">
      <dgm:prSet presAssocID="{40D91353-E8BB-4EFA-9AA9-81047671152F}" presName="rootConnector" presStyleLbl="node3" presStyleIdx="4" presStyleCnt="22"/>
      <dgm:spPr/>
    </dgm:pt>
    <dgm:pt modelId="{90671D17-20D9-48AA-9CD7-E344393BCCBB}" type="pres">
      <dgm:prSet presAssocID="{40D91353-E8BB-4EFA-9AA9-81047671152F}" presName="hierChild4" presStyleCnt="0"/>
      <dgm:spPr/>
    </dgm:pt>
    <dgm:pt modelId="{8E3A5602-10DC-4C25-B796-CBE599822D38}" type="pres">
      <dgm:prSet presAssocID="{957AE1B1-065A-44EC-A454-6F4331B59669}" presName="Name37" presStyleLbl="parChTrans1D4" presStyleIdx="20" presStyleCnt="29"/>
      <dgm:spPr/>
    </dgm:pt>
    <dgm:pt modelId="{94D761D6-855C-4B4F-BB33-466D819F2967}" type="pres">
      <dgm:prSet presAssocID="{7A228164-D744-403B-B23F-CA73B38B60AE}" presName="hierRoot2" presStyleCnt="0">
        <dgm:presLayoutVars>
          <dgm:hierBranch val="init"/>
        </dgm:presLayoutVars>
      </dgm:prSet>
      <dgm:spPr/>
    </dgm:pt>
    <dgm:pt modelId="{11FE2682-EE2D-4DF8-AA32-5CA1522609E9}" type="pres">
      <dgm:prSet presAssocID="{7A228164-D744-403B-B23F-CA73B38B60AE}" presName="rootComposite" presStyleCnt="0"/>
      <dgm:spPr/>
    </dgm:pt>
    <dgm:pt modelId="{0A94FF5B-4CFC-4873-A529-F16518F14454}" type="pres">
      <dgm:prSet presAssocID="{7A228164-D744-403B-B23F-CA73B38B60AE}" presName="rootText" presStyleLbl="node4" presStyleIdx="20" presStyleCnt="29">
        <dgm:presLayoutVars>
          <dgm:chPref val="3"/>
        </dgm:presLayoutVars>
      </dgm:prSet>
      <dgm:spPr/>
    </dgm:pt>
    <dgm:pt modelId="{3F1CA42F-D002-40EF-A028-4D6798579974}" type="pres">
      <dgm:prSet presAssocID="{7A228164-D744-403B-B23F-CA73B38B60AE}" presName="rootConnector" presStyleLbl="node4" presStyleIdx="20" presStyleCnt="29"/>
      <dgm:spPr/>
    </dgm:pt>
    <dgm:pt modelId="{ADE4E724-77E1-49DB-B1D3-86705CADFDA3}" type="pres">
      <dgm:prSet presAssocID="{7A228164-D744-403B-B23F-CA73B38B60AE}" presName="hierChild4" presStyleCnt="0"/>
      <dgm:spPr/>
    </dgm:pt>
    <dgm:pt modelId="{71ADB3AA-7B7D-4513-BF5A-86D2B1EB5968}" type="pres">
      <dgm:prSet presAssocID="{7A228164-D744-403B-B23F-CA73B38B60AE}" presName="hierChild5" presStyleCnt="0"/>
      <dgm:spPr/>
    </dgm:pt>
    <dgm:pt modelId="{376755D6-D056-40F9-ABB9-30D500172D16}" type="pres">
      <dgm:prSet presAssocID="{85C35AA2-1273-40A7-9546-9BD37194545B}" presName="Name37" presStyleLbl="parChTrans1D4" presStyleIdx="21" presStyleCnt="29"/>
      <dgm:spPr/>
    </dgm:pt>
    <dgm:pt modelId="{6B78DE8D-BF39-4A3C-8760-5B63E0285064}" type="pres">
      <dgm:prSet presAssocID="{84BC9238-9B9F-4415-AD7E-AC199CE60A50}" presName="hierRoot2" presStyleCnt="0">
        <dgm:presLayoutVars>
          <dgm:hierBranch val="init"/>
        </dgm:presLayoutVars>
      </dgm:prSet>
      <dgm:spPr/>
    </dgm:pt>
    <dgm:pt modelId="{B6FDAD32-B2EA-4E35-8C49-1CFAE593051A}" type="pres">
      <dgm:prSet presAssocID="{84BC9238-9B9F-4415-AD7E-AC199CE60A50}" presName="rootComposite" presStyleCnt="0"/>
      <dgm:spPr/>
    </dgm:pt>
    <dgm:pt modelId="{6C7B74F0-F8D9-4669-9D4E-5F1E8543119A}" type="pres">
      <dgm:prSet presAssocID="{84BC9238-9B9F-4415-AD7E-AC199CE60A50}" presName="rootText" presStyleLbl="node4" presStyleIdx="21" presStyleCnt="29">
        <dgm:presLayoutVars>
          <dgm:chPref val="3"/>
        </dgm:presLayoutVars>
      </dgm:prSet>
      <dgm:spPr/>
    </dgm:pt>
    <dgm:pt modelId="{5ED4BD9D-356A-4034-825A-A2711943F77C}" type="pres">
      <dgm:prSet presAssocID="{84BC9238-9B9F-4415-AD7E-AC199CE60A50}" presName="rootConnector" presStyleLbl="node4" presStyleIdx="21" presStyleCnt="29"/>
      <dgm:spPr/>
    </dgm:pt>
    <dgm:pt modelId="{E7E6EA11-9F6B-4826-8765-1A06FF4C95A7}" type="pres">
      <dgm:prSet presAssocID="{84BC9238-9B9F-4415-AD7E-AC199CE60A50}" presName="hierChild4" presStyleCnt="0"/>
      <dgm:spPr/>
    </dgm:pt>
    <dgm:pt modelId="{7F2EEC03-64C7-4A12-97CF-90B5D8A3BA22}" type="pres">
      <dgm:prSet presAssocID="{84BC9238-9B9F-4415-AD7E-AC199CE60A50}" presName="hierChild5" presStyleCnt="0"/>
      <dgm:spPr/>
    </dgm:pt>
    <dgm:pt modelId="{F03ABC73-91AF-4370-8A08-833B3D45D25F}" type="pres">
      <dgm:prSet presAssocID="{AE2A2394-CB9B-471F-B50C-978A3C5ACF29}" presName="Name37" presStyleLbl="parChTrans1D4" presStyleIdx="22" presStyleCnt="29"/>
      <dgm:spPr/>
    </dgm:pt>
    <dgm:pt modelId="{8BBE7887-8119-4562-A1B0-DDD20C4C6620}" type="pres">
      <dgm:prSet presAssocID="{17310ED7-9D8B-4629-B39C-6896E7D7AB40}" presName="hierRoot2" presStyleCnt="0">
        <dgm:presLayoutVars>
          <dgm:hierBranch val="init"/>
        </dgm:presLayoutVars>
      </dgm:prSet>
      <dgm:spPr/>
    </dgm:pt>
    <dgm:pt modelId="{ADA9D0EA-750B-4558-8239-C8A6C1E50A27}" type="pres">
      <dgm:prSet presAssocID="{17310ED7-9D8B-4629-B39C-6896E7D7AB40}" presName="rootComposite" presStyleCnt="0"/>
      <dgm:spPr/>
    </dgm:pt>
    <dgm:pt modelId="{7D33BE54-71C5-433C-9381-03342A574AF5}" type="pres">
      <dgm:prSet presAssocID="{17310ED7-9D8B-4629-B39C-6896E7D7AB40}" presName="rootText" presStyleLbl="node4" presStyleIdx="22" presStyleCnt="29">
        <dgm:presLayoutVars>
          <dgm:chPref val="3"/>
        </dgm:presLayoutVars>
      </dgm:prSet>
      <dgm:spPr/>
    </dgm:pt>
    <dgm:pt modelId="{BD717287-15DF-4402-A548-2BF092056823}" type="pres">
      <dgm:prSet presAssocID="{17310ED7-9D8B-4629-B39C-6896E7D7AB40}" presName="rootConnector" presStyleLbl="node4" presStyleIdx="22" presStyleCnt="29"/>
      <dgm:spPr/>
    </dgm:pt>
    <dgm:pt modelId="{64017DA5-54AE-4EE9-B7D2-3CF575B218A1}" type="pres">
      <dgm:prSet presAssocID="{17310ED7-9D8B-4629-B39C-6896E7D7AB40}" presName="hierChild4" presStyleCnt="0"/>
      <dgm:spPr/>
    </dgm:pt>
    <dgm:pt modelId="{0B98E046-9CF9-4A99-B7F9-2A5D99E22946}" type="pres">
      <dgm:prSet presAssocID="{17310ED7-9D8B-4629-B39C-6896E7D7AB40}" presName="hierChild5" presStyleCnt="0"/>
      <dgm:spPr/>
    </dgm:pt>
    <dgm:pt modelId="{635F3F92-72F9-4D52-A50E-B96A54F5F5D6}" type="pres">
      <dgm:prSet presAssocID="{F472D0EB-4B77-4BE9-8A5C-081A38E486B1}" presName="Name37" presStyleLbl="parChTrans1D4" presStyleIdx="23" presStyleCnt="29"/>
      <dgm:spPr/>
    </dgm:pt>
    <dgm:pt modelId="{D1050351-19EB-4267-AC9E-FD189B6F67FA}" type="pres">
      <dgm:prSet presAssocID="{3C1E4AF5-5A8D-4797-8E06-79D4CB6FC6C8}" presName="hierRoot2" presStyleCnt="0">
        <dgm:presLayoutVars>
          <dgm:hierBranch val="init"/>
        </dgm:presLayoutVars>
      </dgm:prSet>
      <dgm:spPr/>
    </dgm:pt>
    <dgm:pt modelId="{95F415C8-AAD2-48A8-A307-75FA5CE8F9A1}" type="pres">
      <dgm:prSet presAssocID="{3C1E4AF5-5A8D-4797-8E06-79D4CB6FC6C8}" presName="rootComposite" presStyleCnt="0"/>
      <dgm:spPr/>
    </dgm:pt>
    <dgm:pt modelId="{C7B0AFD6-60A2-4BB9-863C-B889D9004DB4}" type="pres">
      <dgm:prSet presAssocID="{3C1E4AF5-5A8D-4797-8E06-79D4CB6FC6C8}" presName="rootText" presStyleLbl="node4" presStyleIdx="23" presStyleCnt="29">
        <dgm:presLayoutVars>
          <dgm:chPref val="3"/>
        </dgm:presLayoutVars>
      </dgm:prSet>
      <dgm:spPr/>
    </dgm:pt>
    <dgm:pt modelId="{BF6FA832-1647-4387-AB6D-12B7840308D2}" type="pres">
      <dgm:prSet presAssocID="{3C1E4AF5-5A8D-4797-8E06-79D4CB6FC6C8}" presName="rootConnector" presStyleLbl="node4" presStyleIdx="23" presStyleCnt="29"/>
      <dgm:spPr/>
    </dgm:pt>
    <dgm:pt modelId="{12F1BDBF-E1D9-41D5-BDC1-CE6D4C7E0CE2}" type="pres">
      <dgm:prSet presAssocID="{3C1E4AF5-5A8D-4797-8E06-79D4CB6FC6C8}" presName="hierChild4" presStyleCnt="0"/>
      <dgm:spPr/>
    </dgm:pt>
    <dgm:pt modelId="{338DFA48-51F0-45DE-89E0-F10F44E38A39}" type="pres">
      <dgm:prSet presAssocID="{3C1E4AF5-5A8D-4797-8E06-79D4CB6FC6C8}" presName="hierChild5" presStyleCnt="0"/>
      <dgm:spPr/>
    </dgm:pt>
    <dgm:pt modelId="{E0FF4F7E-E4C7-41C9-85EC-E753ABFC60E2}" type="pres">
      <dgm:prSet presAssocID="{989B9C19-CC8B-4C99-93E5-F9F741AB6B6F}" presName="Name37" presStyleLbl="parChTrans1D4" presStyleIdx="24" presStyleCnt="29"/>
      <dgm:spPr/>
    </dgm:pt>
    <dgm:pt modelId="{B364D95F-D826-412A-A3CE-954ACD3E24EF}" type="pres">
      <dgm:prSet presAssocID="{FEB9DA71-FA81-4994-A492-57310C3C4E1F}" presName="hierRoot2" presStyleCnt="0">
        <dgm:presLayoutVars>
          <dgm:hierBranch val="init"/>
        </dgm:presLayoutVars>
      </dgm:prSet>
      <dgm:spPr/>
    </dgm:pt>
    <dgm:pt modelId="{85979F1C-2914-4B3C-988A-E7230F470CF6}" type="pres">
      <dgm:prSet presAssocID="{FEB9DA71-FA81-4994-A492-57310C3C4E1F}" presName="rootComposite" presStyleCnt="0"/>
      <dgm:spPr/>
    </dgm:pt>
    <dgm:pt modelId="{C33D7DFD-08F7-4114-A454-52C8C215FA6F}" type="pres">
      <dgm:prSet presAssocID="{FEB9DA71-FA81-4994-A492-57310C3C4E1F}" presName="rootText" presStyleLbl="node4" presStyleIdx="24" presStyleCnt="29">
        <dgm:presLayoutVars>
          <dgm:chPref val="3"/>
        </dgm:presLayoutVars>
      </dgm:prSet>
      <dgm:spPr/>
    </dgm:pt>
    <dgm:pt modelId="{6BE3CF9D-BE9D-439A-BA05-F446F60A4169}" type="pres">
      <dgm:prSet presAssocID="{FEB9DA71-FA81-4994-A492-57310C3C4E1F}" presName="rootConnector" presStyleLbl="node4" presStyleIdx="24" presStyleCnt="29"/>
      <dgm:spPr/>
    </dgm:pt>
    <dgm:pt modelId="{10FE44B2-98E5-4D72-9E94-F723E36225CA}" type="pres">
      <dgm:prSet presAssocID="{FEB9DA71-FA81-4994-A492-57310C3C4E1F}" presName="hierChild4" presStyleCnt="0"/>
      <dgm:spPr/>
    </dgm:pt>
    <dgm:pt modelId="{CFB74E7D-CD82-48EE-94D2-B23F4250BA9D}" type="pres">
      <dgm:prSet presAssocID="{FEB9DA71-FA81-4994-A492-57310C3C4E1F}" presName="hierChild5" presStyleCnt="0"/>
      <dgm:spPr/>
    </dgm:pt>
    <dgm:pt modelId="{1BB27D12-990F-4FBD-BA12-8E1891C585CF}" type="pres">
      <dgm:prSet presAssocID="{40D91353-E8BB-4EFA-9AA9-81047671152F}" presName="hierChild5" presStyleCnt="0"/>
      <dgm:spPr/>
    </dgm:pt>
    <dgm:pt modelId="{D4992D75-8D77-43BF-9C09-52C5EF1D4261}" type="pres">
      <dgm:prSet presAssocID="{135D940D-60B0-4992-9D94-B5E100CCE0C1}" presName="Name37" presStyleLbl="parChTrans1D3" presStyleIdx="5" presStyleCnt="22"/>
      <dgm:spPr/>
    </dgm:pt>
    <dgm:pt modelId="{247238A4-6167-4CFE-AA71-F2985DF0F088}" type="pres">
      <dgm:prSet presAssocID="{9EAB8208-EA65-4FE4-90CF-724EA0F49263}" presName="hierRoot2" presStyleCnt="0">
        <dgm:presLayoutVars>
          <dgm:hierBranch val="r"/>
        </dgm:presLayoutVars>
      </dgm:prSet>
      <dgm:spPr/>
    </dgm:pt>
    <dgm:pt modelId="{C2C666D9-58A6-4BEA-82AE-562A6CB0E614}" type="pres">
      <dgm:prSet presAssocID="{9EAB8208-EA65-4FE4-90CF-724EA0F49263}" presName="rootComposite" presStyleCnt="0"/>
      <dgm:spPr/>
    </dgm:pt>
    <dgm:pt modelId="{2F537B09-B3E4-4784-8840-3164DFA80CC5}" type="pres">
      <dgm:prSet presAssocID="{9EAB8208-EA65-4FE4-90CF-724EA0F49263}" presName="rootText" presStyleLbl="node3" presStyleIdx="5" presStyleCnt="22">
        <dgm:presLayoutVars>
          <dgm:chPref val="3"/>
        </dgm:presLayoutVars>
      </dgm:prSet>
      <dgm:spPr/>
    </dgm:pt>
    <dgm:pt modelId="{59B94BD0-808C-4AA5-9E1B-F49DC49529B6}" type="pres">
      <dgm:prSet presAssocID="{9EAB8208-EA65-4FE4-90CF-724EA0F49263}" presName="rootConnector" presStyleLbl="node3" presStyleIdx="5" presStyleCnt="22"/>
      <dgm:spPr/>
    </dgm:pt>
    <dgm:pt modelId="{FD161F61-170F-4CA8-9A12-79323848BC03}" type="pres">
      <dgm:prSet presAssocID="{9EAB8208-EA65-4FE4-90CF-724EA0F49263}" presName="hierChild4" presStyleCnt="0"/>
      <dgm:spPr/>
    </dgm:pt>
    <dgm:pt modelId="{14EC14E7-B834-488C-A764-5CF1B3593DF0}" type="pres">
      <dgm:prSet presAssocID="{B35845EF-03F0-4DFA-8ADB-C0677A7F166D}" presName="Name50" presStyleLbl="parChTrans1D4" presStyleIdx="25" presStyleCnt="29"/>
      <dgm:spPr/>
    </dgm:pt>
    <dgm:pt modelId="{BF13EF73-327F-460D-82BA-33F20CBD5C28}" type="pres">
      <dgm:prSet presAssocID="{B8735C6D-CACE-4339-9B1B-510D6E70DE63}" presName="hierRoot2" presStyleCnt="0">
        <dgm:presLayoutVars>
          <dgm:hierBranch val="init"/>
        </dgm:presLayoutVars>
      </dgm:prSet>
      <dgm:spPr/>
    </dgm:pt>
    <dgm:pt modelId="{2FB5A2F8-5FE1-4080-92E2-6E196225853B}" type="pres">
      <dgm:prSet presAssocID="{B8735C6D-CACE-4339-9B1B-510D6E70DE63}" presName="rootComposite" presStyleCnt="0"/>
      <dgm:spPr/>
    </dgm:pt>
    <dgm:pt modelId="{5817A5CA-926A-4A9B-8D24-C9C8CC0515C7}" type="pres">
      <dgm:prSet presAssocID="{B8735C6D-CACE-4339-9B1B-510D6E70DE63}" presName="rootText" presStyleLbl="node4" presStyleIdx="25" presStyleCnt="29">
        <dgm:presLayoutVars>
          <dgm:chPref val="3"/>
        </dgm:presLayoutVars>
      </dgm:prSet>
      <dgm:spPr/>
    </dgm:pt>
    <dgm:pt modelId="{D0E78AA6-F0F2-40CD-9996-3607AC477540}" type="pres">
      <dgm:prSet presAssocID="{B8735C6D-CACE-4339-9B1B-510D6E70DE63}" presName="rootConnector" presStyleLbl="node4" presStyleIdx="25" presStyleCnt="29"/>
      <dgm:spPr/>
    </dgm:pt>
    <dgm:pt modelId="{7041B845-1825-4531-91A1-869535ADF019}" type="pres">
      <dgm:prSet presAssocID="{B8735C6D-CACE-4339-9B1B-510D6E70DE63}" presName="hierChild4" presStyleCnt="0"/>
      <dgm:spPr/>
    </dgm:pt>
    <dgm:pt modelId="{2FC72B47-8BA0-4E1B-A157-1A2FCC803838}" type="pres">
      <dgm:prSet presAssocID="{B8735C6D-CACE-4339-9B1B-510D6E70DE63}" presName="hierChild5" presStyleCnt="0"/>
      <dgm:spPr/>
    </dgm:pt>
    <dgm:pt modelId="{3034A903-B9CD-493D-99BB-EF6AA1B1E000}" type="pres">
      <dgm:prSet presAssocID="{4391A16B-7E8D-4C1B-9F76-55556112F0DB}" presName="Name50" presStyleLbl="parChTrans1D4" presStyleIdx="26" presStyleCnt="29"/>
      <dgm:spPr/>
    </dgm:pt>
    <dgm:pt modelId="{A7FB3020-4454-4227-8C40-4F4F3B16C377}" type="pres">
      <dgm:prSet presAssocID="{EC3BE789-1BDA-4BD9-9750-17B2C9053C92}" presName="hierRoot2" presStyleCnt="0">
        <dgm:presLayoutVars>
          <dgm:hierBranch val="init"/>
        </dgm:presLayoutVars>
      </dgm:prSet>
      <dgm:spPr/>
    </dgm:pt>
    <dgm:pt modelId="{9C3AD13E-81BE-47C2-84BF-F29D2E5295C1}" type="pres">
      <dgm:prSet presAssocID="{EC3BE789-1BDA-4BD9-9750-17B2C9053C92}" presName="rootComposite" presStyleCnt="0"/>
      <dgm:spPr/>
    </dgm:pt>
    <dgm:pt modelId="{5C41053D-0777-4496-848D-B2688750CFCA}" type="pres">
      <dgm:prSet presAssocID="{EC3BE789-1BDA-4BD9-9750-17B2C9053C92}" presName="rootText" presStyleLbl="node4" presStyleIdx="26" presStyleCnt="29">
        <dgm:presLayoutVars>
          <dgm:chPref val="3"/>
        </dgm:presLayoutVars>
      </dgm:prSet>
      <dgm:spPr/>
    </dgm:pt>
    <dgm:pt modelId="{0C1C3C28-F62F-437F-B68A-F7842830E8F6}" type="pres">
      <dgm:prSet presAssocID="{EC3BE789-1BDA-4BD9-9750-17B2C9053C92}" presName="rootConnector" presStyleLbl="node4" presStyleIdx="26" presStyleCnt="29"/>
      <dgm:spPr/>
    </dgm:pt>
    <dgm:pt modelId="{5AD3E097-65E9-4EB8-B93C-2865A415E352}" type="pres">
      <dgm:prSet presAssocID="{EC3BE789-1BDA-4BD9-9750-17B2C9053C92}" presName="hierChild4" presStyleCnt="0"/>
      <dgm:spPr/>
    </dgm:pt>
    <dgm:pt modelId="{EB9B19F5-F374-4938-8850-D682717D20B8}" type="pres">
      <dgm:prSet presAssocID="{EC3BE789-1BDA-4BD9-9750-17B2C9053C92}" presName="hierChild5" presStyleCnt="0"/>
      <dgm:spPr/>
    </dgm:pt>
    <dgm:pt modelId="{7F9E155F-8FF9-4D7C-9368-83EF01780FDA}" type="pres">
      <dgm:prSet presAssocID="{D5575961-FF08-48EA-BC1F-5093860745A8}" presName="Name50" presStyleLbl="parChTrans1D4" presStyleIdx="27" presStyleCnt="29"/>
      <dgm:spPr/>
    </dgm:pt>
    <dgm:pt modelId="{8744FF2E-91A7-45B6-9CAC-5589FC8CD1C9}" type="pres">
      <dgm:prSet presAssocID="{5E4B8A2A-2B34-486F-832A-8F2847CB07AA}" presName="hierRoot2" presStyleCnt="0">
        <dgm:presLayoutVars>
          <dgm:hierBranch val="init"/>
        </dgm:presLayoutVars>
      </dgm:prSet>
      <dgm:spPr/>
    </dgm:pt>
    <dgm:pt modelId="{52649CF2-B5C0-4104-9924-3CBFAE12A3F0}" type="pres">
      <dgm:prSet presAssocID="{5E4B8A2A-2B34-486F-832A-8F2847CB07AA}" presName="rootComposite" presStyleCnt="0"/>
      <dgm:spPr/>
    </dgm:pt>
    <dgm:pt modelId="{F0329064-EC6D-4FE2-9FC1-CE7C83E36737}" type="pres">
      <dgm:prSet presAssocID="{5E4B8A2A-2B34-486F-832A-8F2847CB07AA}" presName="rootText" presStyleLbl="node4" presStyleIdx="27" presStyleCnt="29">
        <dgm:presLayoutVars>
          <dgm:chPref val="3"/>
        </dgm:presLayoutVars>
      </dgm:prSet>
      <dgm:spPr/>
    </dgm:pt>
    <dgm:pt modelId="{53748116-4071-42B5-A6AB-161AF519B57D}" type="pres">
      <dgm:prSet presAssocID="{5E4B8A2A-2B34-486F-832A-8F2847CB07AA}" presName="rootConnector" presStyleLbl="node4" presStyleIdx="27" presStyleCnt="29"/>
      <dgm:spPr/>
    </dgm:pt>
    <dgm:pt modelId="{EFE7934A-2C66-4BF3-86AF-F7A971F5267E}" type="pres">
      <dgm:prSet presAssocID="{5E4B8A2A-2B34-486F-832A-8F2847CB07AA}" presName="hierChild4" presStyleCnt="0"/>
      <dgm:spPr/>
    </dgm:pt>
    <dgm:pt modelId="{43ED2FE7-FF4E-4928-A699-D5C05F9BE7A9}" type="pres">
      <dgm:prSet presAssocID="{5E4B8A2A-2B34-486F-832A-8F2847CB07AA}" presName="hierChild5" presStyleCnt="0"/>
      <dgm:spPr/>
    </dgm:pt>
    <dgm:pt modelId="{F64C01D9-4233-4644-A54E-2F3086717D93}" type="pres">
      <dgm:prSet presAssocID="{4715F989-E7F7-4D7B-AF3C-94D6A3CC460A}" presName="Name50" presStyleLbl="parChTrans1D4" presStyleIdx="28" presStyleCnt="29"/>
      <dgm:spPr/>
    </dgm:pt>
    <dgm:pt modelId="{F3B11CC8-1AAF-42B2-8768-7F844203E48A}" type="pres">
      <dgm:prSet presAssocID="{45365EFB-3AE3-4A56-96FA-053F9FE87209}" presName="hierRoot2" presStyleCnt="0">
        <dgm:presLayoutVars>
          <dgm:hierBranch val="init"/>
        </dgm:presLayoutVars>
      </dgm:prSet>
      <dgm:spPr/>
    </dgm:pt>
    <dgm:pt modelId="{5943A98A-6DA2-4832-80B4-84F59161C489}" type="pres">
      <dgm:prSet presAssocID="{45365EFB-3AE3-4A56-96FA-053F9FE87209}" presName="rootComposite" presStyleCnt="0"/>
      <dgm:spPr/>
    </dgm:pt>
    <dgm:pt modelId="{3F2DF6B6-2EEA-46D0-87C7-AF2549BC5DFD}" type="pres">
      <dgm:prSet presAssocID="{45365EFB-3AE3-4A56-96FA-053F9FE87209}" presName="rootText" presStyleLbl="node4" presStyleIdx="28" presStyleCnt="29">
        <dgm:presLayoutVars>
          <dgm:chPref val="3"/>
        </dgm:presLayoutVars>
      </dgm:prSet>
      <dgm:spPr/>
    </dgm:pt>
    <dgm:pt modelId="{0681D108-5669-4D71-B38C-D48BF1B79F90}" type="pres">
      <dgm:prSet presAssocID="{45365EFB-3AE3-4A56-96FA-053F9FE87209}" presName="rootConnector" presStyleLbl="node4" presStyleIdx="28" presStyleCnt="29"/>
      <dgm:spPr/>
    </dgm:pt>
    <dgm:pt modelId="{B49CEB28-AB1E-4FA0-AC0A-09136AB55BBA}" type="pres">
      <dgm:prSet presAssocID="{45365EFB-3AE3-4A56-96FA-053F9FE87209}" presName="hierChild4" presStyleCnt="0"/>
      <dgm:spPr/>
    </dgm:pt>
    <dgm:pt modelId="{FB56ACB6-8383-4024-97F3-DF6984CD263E}" type="pres">
      <dgm:prSet presAssocID="{45365EFB-3AE3-4A56-96FA-053F9FE87209}" presName="hierChild5" presStyleCnt="0"/>
      <dgm:spPr/>
    </dgm:pt>
    <dgm:pt modelId="{EA622D0C-FC2A-467B-AE78-0010AE8EABA5}" type="pres">
      <dgm:prSet presAssocID="{9EAB8208-EA65-4FE4-90CF-724EA0F49263}" presName="hierChild5" presStyleCnt="0"/>
      <dgm:spPr/>
    </dgm:pt>
    <dgm:pt modelId="{36942E83-C2CA-4130-987D-E447F3A75FAA}" type="pres">
      <dgm:prSet presAssocID="{AB44CDFA-8F1B-4CB5-B083-7624C9F271D2}" presName="hierChild5" presStyleCnt="0"/>
      <dgm:spPr/>
    </dgm:pt>
    <dgm:pt modelId="{8D210E04-4649-4FDA-98D3-24627E6C27FA}" type="pres">
      <dgm:prSet presAssocID="{B1DC5FA2-A42A-4406-9FA8-6A732FBC70F6}" presName="Name37" presStyleLbl="parChTrans1D2" presStyleIdx="2" presStyleCnt="3"/>
      <dgm:spPr/>
    </dgm:pt>
    <dgm:pt modelId="{C72BA5A6-B2FB-45B8-8F06-312C97D2DBA4}" type="pres">
      <dgm:prSet presAssocID="{4B684A12-CF5A-4D65-9CBB-8581FE62A5FF}" presName="hierRoot2" presStyleCnt="0">
        <dgm:presLayoutVars>
          <dgm:hierBranch val="hang"/>
        </dgm:presLayoutVars>
      </dgm:prSet>
      <dgm:spPr/>
    </dgm:pt>
    <dgm:pt modelId="{BC98B1CD-B06C-4C8F-82B9-3B1770C7A347}" type="pres">
      <dgm:prSet presAssocID="{4B684A12-CF5A-4D65-9CBB-8581FE62A5FF}" presName="rootComposite" presStyleCnt="0"/>
      <dgm:spPr/>
    </dgm:pt>
    <dgm:pt modelId="{3451A8F9-42C2-42B2-9953-ED705A8C006D}" type="pres">
      <dgm:prSet presAssocID="{4B684A12-CF5A-4D65-9CBB-8581FE62A5FF}" presName="rootText" presStyleLbl="node2" presStyleIdx="2" presStyleCnt="3">
        <dgm:presLayoutVars>
          <dgm:chPref val="3"/>
        </dgm:presLayoutVars>
      </dgm:prSet>
      <dgm:spPr/>
    </dgm:pt>
    <dgm:pt modelId="{83385DA3-C5EF-449E-851A-2D2E7705F75E}" type="pres">
      <dgm:prSet presAssocID="{4B684A12-CF5A-4D65-9CBB-8581FE62A5FF}" presName="rootConnector" presStyleLbl="node2" presStyleIdx="2" presStyleCnt="3"/>
      <dgm:spPr/>
    </dgm:pt>
    <dgm:pt modelId="{F1242A79-13AE-4F4B-9870-F22617892B31}" type="pres">
      <dgm:prSet presAssocID="{4B684A12-CF5A-4D65-9CBB-8581FE62A5FF}" presName="hierChild4" presStyleCnt="0"/>
      <dgm:spPr/>
    </dgm:pt>
    <dgm:pt modelId="{1411F92D-11B8-485E-BD22-84A620EE9BB8}" type="pres">
      <dgm:prSet presAssocID="{C60669A4-0ED8-406D-9898-B8719B29F926}" presName="Name48" presStyleLbl="parChTrans1D3" presStyleIdx="6" presStyleCnt="22"/>
      <dgm:spPr/>
    </dgm:pt>
    <dgm:pt modelId="{81A85CB4-9BFA-4897-9EED-F037C2C3D7B8}" type="pres">
      <dgm:prSet presAssocID="{E165EE5D-9877-4795-829F-201150F2A8A9}" presName="hierRoot2" presStyleCnt="0">
        <dgm:presLayoutVars>
          <dgm:hierBranch val="init"/>
        </dgm:presLayoutVars>
      </dgm:prSet>
      <dgm:spPr/>
    </dgm:pt>
    <dgm:pt modelId="{8604BD5E-8014-4846-A131-8AB27F07D74E}" type="pres">
      <dgm:prSet presAssocID="{E165EE5D-9877-4795-829F-201150F2A8A9}" presName="rootComposite" presStyleCnt="0"/>
      <dgm:spPr/>
    </dgm:pt>
    <dgm:pt modelId="{DC6673C2-BB83-4AEF-BE01-B49A75D21211}" type="pres">
      <dgm:prSet presAssocID="{E165EE5D-9877-4795-829F-201150F2A8A9}" presName="rootText" presStyleLbl="node3" presStyleIdx="6" presStyleCnt="22">
        <dgm:presLayoutVars>
          <dgm:chPref val="3"/>
        </dgm:presLayoutVars>
      </dgm:prSet>
      <dgm:spPr/>
    </dgm:pt>
    <dgm:pt modelId="{415292A9-960B-41C4-834A-6358F14CFCB6}" type="pres">
      <dgm:prSet presAssocID="{E165EE5D-9877-4795-829F-201150F2A8A9}" presName="rootConnector" presStyleLbl="node3" presStyleIdx="6" presStyleCnt="22"/>
      <dgm:spPr/>
    </dgm:pt>
    <dgm:pt modelId="{CB81ABD9-B6DF-436C-B5AF-E5F1F3E58528}" type="pres">
      <dgm:prSet presAssocID="{E165EE5D-9877-4795-829F-201150F2A8A9}" presName="hierChild4" presStyleCnt="0"/>
      <dgm:spPr/>
    </dgm:pt>
    <dgm:pt modelId="{9632393A-7C85-4D0D-BBE8-8DF2FDD06414}" type="pres">
      <dgm:prSet presAssocID="{E165EE5D-9877-4795-829F-201150F2A8A9}" presName="hierChild5" presStyleCnt="0"/>
      <dgm:spPr/>
    </dgm:pt>
    <dgm:pt modelId="{91A9DA77-992E-402A-AF82-113DCDCA17DF}" type="pres">
      <dgm:prSet presAssocID="{CD8571BE-8823-491E-9A8B-AAD4EDDF421D}" presName="Name48" presStyleLbl="parChTrans1D3" presStyleIdx="7" presStyleCnt="22"/>
      <dgm:spPr/>
    </dgm:pt>
    <dgm:pt modelId="{17205892-AA28-4D95-9354-50EAA877160D}" type="pres">
      <dgm:prSet presAssocID="{BCEAE783-E1A5-4980-AD3B-B25A48935938}" presName="hierRoot2" presStyleCnt="0">
        <dgm:presLayoutVars>
          <dgm:hierBranch val="init"/>
        </dgm:presLayoutVars>
      </dgm:prSet>
      <dgm:spPr/>
    </dgm:pt>
    <dgm:pt modelId="{351030FF-0482-4C83-A9D7-74CAF5B027DB}" type="pres">
      <dgm:prSet presAssocID="{BCEAE783-E1A5-4980-AD3B-B25A48935938}" presName="rootComposite" presStyleCnt="0"/>
      <dgm:spPr/>
    </dgm:pt>
    <dgm:pt modelId="{63177B3E-3A5F-4A02-BFEF-64DC01ECAB37}" type="pres">
      <dgm:prSet presAssocID="{BCEAE783-E1A5-4980-AD3B-B25A48935938}" presName="rootText" presStyleLbl="node3" presStyleIdx="7" presStyleCnt="22">
        <dgm:presLayoutVars>
          <dgm:chPref val="3"/>
        </dgm:presLayoutVars>
      </dgm:prSet>
      <dgm:spPr/>
    </dgm:pt>
    <dgm:pt modelId="{25F20F6E-12D1-4346-B76C-76FA240A33A5}" type="pres">
      <dgm:prSet presAssocID="{BCEAE783-E1A5-4980-AD3B-B25A48935938}" presName="rootConnector" presStyleLbl="node3" presStyleIdx="7" presStyleCnt="22"/>
      <dgm:spPr/>
    </dgm:pt>
    <dgm:pt modelId="{AF69305B-7387-4932-86B3-5B4CA7448920}" type="pres">
      <dgm:prSet presAssocID="{BCEAE783-E1A5-4980-AD3B-B25A48935938}" presName="hierChild4" presStyleCnt="0"/>
      <dgm:spPr/>
    </dgm:pt>
    <dgm:pt modelId="{BED3A195-40D6-4C24-B165-4F8A054859DA}" type="pres">
      <dgm:prSet presAssocID="{BCEAE783-E1A5-4980-AD3B-B25A48935938}" presName="hierChild5" presStyleCnt="0"/>
      <dgm:spPr/>
    </dgm:pt>
    <dgm:pt modelId="{BA770845-C1C2-4921-A8F2-1E082CDAC81E}" type="pres">
      <dgm:prSet presAssocID="{9257D3D0-F69D-44B1-9A5E-9C5B2677C391}" presName="Name48" presStyleLbl="parChTrans1D3" presStyleIdx="8" presStyleCnt="22"/>
      <dgm:spPr/>
    </dgm:pt>
    <dgm:pt modelId="{C5BBA1D7-C756-486B-8755-DE2038DCC5C3}" type="pres">
      <dgm:prSet presAssocID="{6F3A2251-19DF-47B6-84B2-CA5E6E9545EF}" presName="hierRoot2" presStyleCnt="0">
        <dgm:presLayoutVars>
          <dgm:hierBranch val="init"/>
        </dgm:presLayoutVars>
      </dgm:prSet>
      <dgm:spPr/>
    </dgm:pt>
    <dgm:pt modelId="{D91CE94B-03EF-4E71-9CF9-E0EB5AE84FF9}" type="pres">
      <dgm:prSet presAssocID="{6F3A2251-19DF-47B6-84B2-CA5E6E9545EF}" presName="rootComposite" presStyleCnt="0"/>
      <dgm:spPr/>
    </dgm:pt>
    <dgm:pt modelId="{AF492AD8-93AC-447F-97C8-613914884FDA}" type="pres">
      <dgm:prSet presAssocID="{6F3A2251-19DF-47B6-84B2-CA5E6E9545EF}" presName="rootText" presStyleLbl="node3" presStyleIdx="8" presStyleCnt="22">
        <dgm:presLayoutVars>
          <dgm:chPref val="3"/>
        </dgm:presLayoutVars>
      </dgm:prSet>
      <dgm:spPr/>
    </dgm:pt>
    <dgm:pt modelId="{7EB5D76A-7114-4FAF-8E68-56D30BF648CC}" type="pres">
      <dgm:prSet presAssocID="{6F3A2251-19DF-47B6-84B2-CA5E6E9545EF}" presName="rootConnector" presStyleLbl="node3" presStyleIdx="8" presStyleCnt="22"/>
      <dgm:spPr/>
    </dgm:pt>
    <dgm:pt modelId="{65DCAF72-DE04-4061-B83B-B8E7B099087B}" type="pres">
      <dgm:prSet presAssocID="{6F3A2251-19DF-47B6-84B2-CA5E6E9545EF}" presName="hierChild4" presStyleCnt="0"/>
      <dgm:spPr/>
    </dgm:pt>
    <dgm:pt modelId="{2FA0DDE4-3501-484B-99D3-603A6DB80DA4}" type="pres">
      <dgm:prSet presAssocID="{6F3A2251-19DF-47B6-84B2-CA5E6E9545EF}" presName="hierChild5" presStyleCnt="0"/>
      <dgm:spPr/>
    </dgm:pt>
    <dgm:pt modelId="{5BE3E5F7-E9F5-4015-A01C-B257B9366169}" type="pres">
      <dgm:prSet presAssocID="{4175B716-2206-423A-95AF-C938BEF691E7}" presName="Name48" presStyleLbl="parChTrans1D3" presStyleIdx="9" presStyleCnt="22"/>
      <dgm:spPr/>
    </dgm:pt>
    <dgm:pt modelId="{7F24DADD-761D-4922-9CB8-54FC95C17BDE}" type="pres">
      <dgm:prSet presAssocID="{295E4A73-5A7E-4BA9-A4D0-EF9AC5DB46DB}" presName="hierRoot2" presStyleCnt="0">
        <dgm:presLayoutVars>
          <dgm:hierBranch val="init"/>
        </dgm:presLayoutVars>
      </dgm:prSet>
      <dgm:spPr/>
    </dgm:pt>
    <dgm:pt modelId="{B73F8AAB-F5C7-4F04-8630-A408135607DD}" type="pres">
      <dgm:prSet presAssocID="{295E4A73-5A7E-4BA9-A4D0-EF9AC5DB46DB}" presName="rootComposite" presStyleCnt="0"/>
      <dgm:spPr/>
    </dgm:pt>
    <dgm:pt modelId="{39262C73-CA99-47B8-B4E8-B48737AF0EF4}" type="pres">
      <dgm:prSet presAssocID="{295E4A73-5A7E-4BA9-A4D0-EF9AC5DB46DB}" presName="rootText" presStyleLbl="node3" presStyleIdx="9" presStyleCnt="22">
        <dgm:presLayoutVars>
          <dgm:chPref val="3"/>
        </dgm:presLayoutVars>
      </dgm:prSet>
      <dgm:spPr/>
    </dgm:pt>
    <dgm:pt modelId="{3E32DC68-748D-4B92-B93D-B3123BFE1E8E}" type="pres">
      <dgm:prSet presAssocID="{295E4A73-5A7E-4BA9-A4D0-EF9AC5DB46DB}" presName="rootConnector" presStyleLbl="node3" presStyleIdx="9" presStyleCnt="22"/>
      <dgm:spPr/>
    </dgm:pt>
    <dgm:pt modelId="{02F0B944-17D7-431B-B637-16B1D59CB826}" type="pres">
      <dgm:prSet presAssocID="{295E4A73-5A7E-4BA9-A4D0-EF9AC5DB46DB}" presName="hierChild4" presStyleCnt="0"/>
      <dgm:spPr/>
    </dgm:pt>
    <dgm:pt modelId="{907EBBB6-93A3-4611-B504-16A96E4E4513}" type="pres">
      <dgm:prSet presAssocID="{295E4A73-5A7E-4BA9-A4D0-EF9AC5DB46DB}" presName="hierChild5" presStyleCnt="0"/>
      <dgm:spPr/>
    </dgm:pt>
    <dgm:pt modelId="{99C48BAC-160C-4856-A1C7-D43A1C718624}" type="pres">
      <dgm:prSet presAssocID="{5E349E3D-91EB-4024-8E21-6A9140CD46E4}" presName="Name48" presStyleLbl="parChTrans1D3" presStyleIdx="10" presStyleCnt="22"/>
      <dgm:spPr/>
    </dgm:pt>
    <dgm:pt modelId="{8422F46A-7222-46B5-AEB2-ED697A036DC7}" type="pres">
      <dgm:prSet presAssocID="{AD4469C6-ECBE-4C13-9CA5-CA37019CC91D}" presName="hierRoot2" presStyleCnt="0">
        <dgm:presLayoutVars>
          <dgm:hierBranch val="init"/>
        </dgm:presLayoutVars>
      </dgm:prSet>
      <dgm:spPr/>
    </dgm:pt>
    <dgm:pt modelId="{6A861000-CDED-43B6-A2F7-F11A9C4EE1BA}" type="pres">
      <dgm:prSet presAssocID="{AD4469C6-ECBE-4C13-9CA5-CA37019CC91D}" presName="rootComposite" presStyleCnt="0"/>
      <dgm:spPr/>
    </dgm:pt>
    <dgm:pt modelId="{4F12538B-B358-4C7C-AE35-3B7B9F04794B}" type="pres">
      <dgm:prSet presAssocID="{AD4469C6-ECBE-4C13-9CA5-CA37019CC91D}" presName="rootText" presStyleLbl="node3" presStyleIdx="10" presStyleCnt="22">
        <dgm:presLayoutVars>
          <dgm:chPref val="3"/>
        </dgm:presLayoutVars>
      </dgm:prSet>
      <dgm:spPr/>
    </dgm:pt>
    <dgm:pt modelId="{BBC1876E-01D3-4420-BC1D-E30348B8D731}" type="pres">
      <dgm:prSet presAssocID="{AD4469C6-ECBE-4C13-9CA5-CA37019CC91D}" presName="rootConnector" presStyleLbl="node3" presStyleIdx="10" presStyleCnt="22"/>
      <dgm:spPr/>
    </dgm:pt>
    <dgm:pt modelId="{27CB6D9C-BA79-4081-8127-B045DBC0F1E8}" type="pres">
      <dgm:prSet presAssocID="{AD4469C6-ECBE-4C13-9CA5-CA37019CC91D}" presName="hierChild4" presStyleCnt="0"/>
      <dgm:spPr/>
    </dgm:pt>
    <dgm:pt modelId="{0F22D043-819F-4B03-998D-890389C06CF8}" type="pres">
      <dgm:prSet presAssocID="{AD4469C6-ECBE-4C13-9CA5-CA37019CC91D}" presName="hierChild5" presStyleCnt="0"/>
      <dgm:spPr/>
    </dgm:pt>
    <dgm:pt modelId="{F4A469CB-193D-4FE2-879D-A8CA263F4F3E}" type="pres">
      <dgm:prSet presAssocID="{478DA78B-D5FA-4FB0-A9F4-FF938DBC30E7}" presName="Name48" presStyleLbl="parChTrans1D3" presStyleIdx="11" presStyleCnt="22"/>
      <dgm:spPr/>
    </dgm:pt>
    <dgm:pt modelId="{7111DCA8-3256-4FC4-9678-FA567C922FFB}" type="pres">
      <dgm:prSet presAssocID="{D7F561EE-364F-41BB-BB46-DF2899788B30}" presName="hierRoot2" presStyleCnt="0">
        <dgm:presLayoutVars>
          <dgm:hierBranch val="init"/>
        </dgm:presLayoutVars>
      </dgm:prSet>
      <dgm:spPr/>
    </dgm:pt>
    <dgm:pt modelId="{0192F585-148D-491A-9F14-92848AA36DC0}" type="pres">
      <dgm:prSet presAssocID="{D7F561EE-364F-41BB-BB46-DF2899788B30}" presName="rootComposite" presStyleCnt="0"/>
      <dgm:spPr/>
    </dgm:pt>
    <dgm:pt modelId="{4B70FDCC-C44C-4D5D-8A3D-0FBF68D10EE5}" type="pres">
      <dgm:prSet presAssocID="{D7F561EE-364F-41BB-BB46-DF2899788B30}" presName="rootText" presStyleLbl="node3" presStyleIdx="11" presStyleCnt="22">
        <dgm:presLayoutVars>
          <dgm:chPref val="3"/>
        </dgm:presLayoutVars>
      </dgm:prSet>
      <dgm:spPr/>
    </dgm:pt>
    <dgm:pt modelId="{9AFB6499-707A-45E6-A33C-3414E60B1809}" type="pres">
      <dgm:prSet presAssocID="{D7F561EE-364F-41BB-BB46-DF2899788B30}" presName="rootConnector" presStyleLbl="node3" presStyleIdx="11" presStyleCnt="22"/>
      <dgm:spPr/>
    </dgm:pt>
    <dgm:pt modelId="{8B4282EF-E3B4-4EC4-AE00-2AEA26BFCE38}" type="pres">
      <dgm:prSet presAssocID="{D7F561EE-364F-41BB-BB46-DF2899788B30}" presName="hierChild4" presStyleCnt="0"/>
      <dgm:spPr/>
    </dgm:pt>
    <dgm:pt modelId="{23E18356-2ADF-4076-8917-9F6EA7144EA6}" type="pres">
      <dgm:prSet presAssocID="{D7F561EE-364F-41BB-BB46-DF2899788B30}" presName="hierChild5" presStyleCnt="0"/>
      <dgm:spPr/>
    </dgm:pt>
    <dgm:pt modelId="{5619640E-3EA4-4B6A-BAE3-05B354269609}" type="pres">
      <dgm:prSet presAssocID="{5E2D37DD-0D74-4AB8-BA02-6FC3237FC5DC}" presName="Name48" presStyleLbl="parChTrans1D3" presStyleIdx="12" presStyleCnt="22"/>
      <dgm:spPr/>
    </dgm:pt>
    <dgm:pt modelId="{1FFA0DEE-101E-4BE2-9D47-A3B92D2FDC3D}" type="pres">
      <dgm:prSet presAssocID="{80D64AF4-D55B-417B-A608-C430AF48AD41}" presName="hierRoot2" presStyleCnt="0">
        <dgm:presLayoutVars>
          <dgm:hierBranch val="init"/>
        </dgm:presLayoutVars>
      </dgm:prSet>
      <dgm:spPr/>
    </dgm:pt>
    <dgm:pt modelId="{C7A95439-45FE-4472-A964-4BF332A343A9}" type="pres">
      <dgm:prSet presAssocID="{80D64AF4-D55B-417B-A608-C430AF48AD41}" presName="rootComposite" presStyleCnt="0"/>
      <dgm:spPr/>
    </dgm:pt>
    <dgm:pt modelId="{887C3025-1F65-4A12-9DB9-D30BDABE3497}" type="pres">
      <dgm:prSet presAssocID="{80D64AF4-D55B-417B-A608-C430AF48AD41}" presName="rootText" presStyleLbl="node3" presStyleIdx="12" presStyleCnt="22">
        <dgm:presLayoutVars>
          <dgm:chPref val="3"/>
        </dgm:presLayoutVars>
      </dgm:prSet>
      <dgm:spPr/>
    </dgm:pt>
    <dgm:pt modelId="{8ABB2A5F-9B79-48B2-AD66-FBBEF2878416}" type="pres">
      <dgm:prSet presAssocID="{80D64AF4-D55B-417B-A608-C430AF48AD41}" presName="rootConnector" presStyleLbl="node3" presStyleIdx="12" presStyleCnt="22"/>
      <dgm:spPr/>
    </dgm:pt>
    <dgm:pt modelId="{C5224891-C445-401E-9F05-B7EE3F0CC55C}" type="pres">
      <dgm:prSet presAssocID="{80D64AF4-D55B-417B-A608-C430AF48AD41}" presName="hierChild4" presStyleCnt="0"/>
      <dgm:spPr/>
    </dgm:pt>
    <dgm:pt modelId="{56703E3D-2AA1-46DE-BB22-3CC097704746}" type="pres">
      <dgm:prSet presAssocID="{80D64AF4-D55B-417B-A608-C430AF48AD41}" presName="hierChild5" presStyleCnt="0"/>
      <dgm:spPr/>
    </dgm:pt>
    <dgm:pt modelId="{753118A6-6794-4168-A2E8-156BEEF6AB72}" type="pres">
      <dgm:prSet presAssocID="{A58A8700-F433-4BAC-85E9-2AAABF973E4B}" presName="Name48" presStyleLbl="parChTrans1D3" presStyleIdx="13" presStyleCnt="22"/>
      <dgm:spPr/>
    </dgm:pt>
    <dgm:pt modelId="{E572CF68-71EC-4EE5-829F-D4136C1F322B}" type="pres">
      <dgm:prSet presAssocID="{99A3DA22-FB73-496E-AA8C-D3D7098F72EA}" presName="hierRoot2" presStyleCnt="0">
        <dgm:presLayoutVars>
          <dgm:hierBranch val="init"/>
        </dgm:presLayoutVars>
      </dgm:prSet>
      <dgm:spPr/>
    </dgm:pt>
    <dgm:pt modelId="{5C6BB992-ABF5-4EB3-AB14-0C6FB6615287}" type="pres">
      <dgm:prSet presAssocID="{99A3DA22-FB73-496E-AA8C-D3D7098F72EA}" presName="rootComposite" presStyleCnt="0"/>
      <dgm:spPr/>
    </dgm:pt>
    <dgm:pt modelId="{4704A6A1-708D-499D-875B-F0869293C3E8}" type="pres">
      <dgm:prSet presAssocID="{99A3DA22-FB73-496E-AA8C-D3D7098F72EA}" presName="rootText" presStyleLbl="node3" presStyleIdx="13" presStyleCnt="22">
        <dgm:presLayoutVars>
          <dgm:chPref val="3"/>
        </dgm:presLayoutVars>
      </dgm:prSet>
      <dgm:spPr/>
    </dgm:pt>
    <dgm:pt modelId="{2371486D-EFDF-4545-BCF6-77F34AA90823}" type="pres">
      <dgm:prSet presAssocID="{99A3DA22-FB73-496E-AA8C-D3D7098F72EA}" presName="rootConnector" presStyleLbl="node3" presStyleIdx="13" presStyleCnt="22"/>
      <dgm:spPr/>
    </dgm:pt>
    <dgm:pt modelId="{FC4C49B0-CED1-44E7-8261-0ADA336B6428}" type="pres">
      <dgm:prSet presAssocID="{99A3DA22-FB73-496E-AA8C-D3D7098F72EA}" presName="hierChild4" presStyleCnt="0"/>
      <dgm:spPr/>
    </dgm:pt>
    <dgm:pt modelId="{D6702D64-4600-467C-A5F3-35FDDB73B5BF}" type="pres">
      <dgm:prSet presAssocID="{99A3DA22-FB73-496E-AA8C-D3D7098F72EA}" presName="hierChild5" presStyleCnt="0"/>
      <dgm:spPr/>
    </dgm:pt>
    <dgm:pt modelId="{53B6B87A-4138-4A47-A4C4-E0F28379CE57}" type="pres">
      <dgm:prSet presAssocID="{1479B066-A589-40AD-B814-C1D459151975}" presName="Name48" presStyleLbl="parChTrans1D3" presStyleIdx="14" presStyleCnt="22"/>
      <dgm:spPr/>
    </dgm:pt>
    <dgm:pt modelId="{64E57172-042C-46DE-8FF8-D4D1C26CE309}" type="pres">
      <dgm:prSet presAssocID="{4356F4BD-4300-4069-80E2-5E7290D16AE2}" presName="hierRoot2" presStyleCnt="0">
        <dgm:presLayoutVars>
          <dgm:hierBranch val="init"/>
        </dgm:presLayoutVars>
      </dgm:prSet>
      <dgm:spPr/>
    </dgm:pt>
    <dgm:pt modelId="{9887E06E-BC10-4C8E-BD36-B55EBDA6349C}" type="pres">
      <dgm:prSet presAssocID="{4356F4BD-4300-4069-80E2-5E7290D16AE2}" presName="rootComposite" presStyleCnt="0"/>
      <dgm:spPr/>
    </dgm:pt>
    <dgm:pt modelId="{6AC2CD89-F7F7-4904-9AD1-5C0FA6A18C0E}" type="pres">
      <dgm:prSet presAssocID="{4356F4BD-4300-4069-80E2-5E7290D16AE2}" presName="rootText" presStyleLbl="node3" presStyleIdx="14" presStyleCnt="22">
        <dgm:presLayoutVars>
          <dgm:chPref val="3"/>
        </dgm:presLayoutVars>
      </dgm:prSet>
      <dgm:spPr/>
    </dgm:pt>
    <dgm:pt modelId="{4A13CD45-B244-4BE7-B56A-A5C8B81AA590}" type="pres">
      <dgm:prSet presAssocID="{4356F4BD-4300-4069-80E2-5E7290D16AE2}" presName="rootConnector" presStyleLbl="node3" presStyleIdx="14" presStyleCnt="22"/>
      <dgm:spPr/>
    </dgm:pt>
    <dgm:pt modelId="{343B6DC5-204A-4F3E-81A5-5A2AC9718915}" type="pres">
      <dgm:prSet presAssocID="{4356F4BD-4300-4069-80E2-5E7290D16AE2}" presName="hierChild4" presStyleCnt="0"/>
      <dgm:spPr/>
    </dgm:pt>
    <dgm:pt modelId="{59A29165-C969-4A4A-A958-EB6EFFEF72FC}" type="pres">
      <dgm:prSet presAssocID="{4356F4BD-4300-4069-80E2-5E7290D16AE2}" presName="hierChild5" presStyleCnt="0"/>
      <dgm:spPr/>
    </dgm:pt>
    <dgm:pt modelId="{9531E936-2D5B-4D74-8E85-72C838EF5AC4}" type="pres">
      <dgm:prSet presAssocID="{9680E4A5-9C3A-4203-869E-CF630236CAD4}" presName="Name48" presStyleLbl="parChTrans1D3" presStyleIdx="15" presStyleCnt="22"/>
      <dgm:spPr/>
    </dgm:pt>
    <dgm:pt modelId="{1B3971D9-4D92-423A-9FCC-8D72F87FAA2C}" type="pres">
      <dgm:prSet presAssocID="{7080067C-5CF8-4AF5-9C7B-54781A1BC873}" presName="hierRoot2" presStyleCnt="0">
        <dgm:presLayoutVars>
          <dgm:hierBranch val="init"/>
        </dgm:presLayoutVars>
      </dgm:prSet>
      <dgm:spPr/>
    </dgm:pt>
    <dgm:pt modelId="{256DB6E9-1891-49A5-A9CA-2F69551293E5}" type="pres">
      <dgm:prSet presAssocID="{7080067C-5CF8-4AF5-9C7B-54781A1BC873}" presName="rootComposite" presStyleCnt="0"/>
      <dgm:spPr/>
    </dgm:pt>
    <dgm:pt modelId="{03611B4E-A7AC-4795-B78E-475546EB12B9}" type="pres">
      <dgm:prSet presAssocID="{7080067C-5CF8-4AF5-9C7B-54781A1BC873}" presName="rootText" presStyleLbl="node3" presStyleIdx="15" presStyleCnt="22">
        <dgm:presLayoutVars>
          <dgm:chPref val="3"/>
        </dgm:presLayoutVars>
      </dgm:prSet>
      <dgm:spPr/>
    </dgm:pt>
    <dgm:pt modelId="{F8972793-9878-4715-895B-6A07AED1C278}" type="pres">
      <dgm:prSet presAssocID="{7080067C-5CF8-4AF5-9C7B-54781A1BC873}" presName="rootConnector" presStyleLbl="node3" presStyleIdx="15" presStyleCnt="22"/>
      <dgm:spPr/>
    </dgm:pt>
    <dgm:pt modelId="{0E92F11A-BE09-4B73-82FF-8DBB4D529FD2}" type="pres">
      <dgm:prSet presAssocID="{7080067C-5CF8-4AF5-9C7B-54781A1BC873}" presName="hierChild4" presStyleCnt="0"/>
      <dgm:spPr/>
    </dgm:pt>
    <dgm:pt modelId="{0B40ACCA-789F-45AA-9BA7-0124D0EDCE9E}" type="pres">
      <dgm:prSet presAssocID="{7080067C-5CF8-4AF5-9C7B-54781A1BC873}" presName="hierChild5" presStyleCnt="0"/>
      <dgm:spPr/>
    </dgm:pt>
    <dgm:pt modelId="{A6980431-966C-4EA9-A350-8445376672CF}" type="pres">
      <dgm:prSet presAssocID="{D4825590-3148-4CC3-9196-7B72EE201230}" presName="Name48" presStyleLbl="parChTrans1D3" presStyleIdx="16" presStyleCnt="22"/>
      <dgm:spPr/>
    </dgm:pt>
    <dgm:pt modelId="{DA6BF65F-D5D5-4CF3-BF62-542BE3E0DDF9}" type="pres">
      <dgm:prSet presAssocID="{A21CAB36-8DBA-498C-8265-487A8AAF91F3}" presName="hierRoot2" presStyleCnt="0">
        <dgm:presLayoutVars>
          <dgm:hierBranch val="init"/>
        </dgm:presLayoutVars>
      </dgm:prSet>
      <dgm:spPr/>
    </dgm:pt>
    <dgm:pt modelId="{B57D8B9E-9EDA-4A65-B332-FB99826F2809}" type="pres">
      <dgm:prSet presAssocID="{A21CAB36-8DBA-498C-8265-487A8AAF91F3}" presName="rootComposite" presStyleCnt="0"/>
      <dgm:spPr/>
    </dgm:pt>
    <dgm:pt modelId="{4DD3D626-91BB-490F-9108-18A9214D9EE2}" type="pres">
      <dgm:prSet presAssocID="{A21CAB36-8DBA-498C-8265-487A8AAF91F3}" presName="rootText" presStyleLbl="node3" presStyleIdx="16" presStyleCnt="22">
        <dgm:presLayoutVars>
          <dgm:chPref val="3"/>
        </dgm:presLayoutVars>
      </dgm:prSet>
      <dgm:spPr/>
    </dgm:pt>
    <dgm:pt modelId="{6D44AA8A-C8BF-48C9-B4E7-65AE92BE0503}" type="pres">
      <dgm:prSet presAssocID="{A21CAB36-8DBA-498C-8265-487A8AAF91F3}" presName="rootConnector" presStyleLbl="node3" presStyleIdx="16" presStyleCnt="22"/>
      <dgm:spPr/>
    </dgm:pt>
    <dgm:pt modelId="{239D4A0B-E8A8-40BB-B041-4B2495A04140}" type="pres">
      <dgm:prSet presAssocID="{A21CAB36-8DBA-498C-8265-487A8AAF91F3}" presName="hierChild4" presStyleCnt="0"/>
      <dgm:spPr/>
    </dgm:pt>
    <dgm:pt modelId="{CE43D998-DE7A-4CBD-9B16-4554B50C7901}" type="pres">
      <dgm:prSet presAssocID="{A21CAB36-8DBA-498C-8265-487A8AAF91F3}" presName="hierChild5" presStyleCnt="0"/>
      <dgm:spPr/>
    </dgm:pt>
    <dgm:pt modelId="{3D267D78-BFB4-43E0-B103-AC2C7F5A34E8}" type="pres">
      <dgm:prSet presAssocID="{4A8125C9-2F6A-4989-83CD-DE7EBF8416F6}" presName="Name48" presStyleLbl="parChTrans1D3" presStyleIdx="17" presStyleCnt="22"/>
      <dgm:spPr/>
    </dgm:pt>
    <dgm:pt modelId="{592907AD-12C4-44BD-822B-CC88DA29A7FB}" type="pres">
      <dgm:prSet presAssocID="{CFBB0A93-1064-46C8-95CF-325E164695A7}" presName="hierRoot2" presStyleCnt="0">
        <dgm:presLayoutVars>
          <dgm:hierBranch val="init"/>
        </dgm:presLayoutVars>
      </dgm:prSet>
      <dgm:spPr/>
    </dgm:pt>
    <dgm:pt modelId="{3325D03D-9E2B-4960-A362-5B4EEC3FC580}" type="pres">
      <dgm:prSet presAssocID="{CFBB0A93-1064-46C8-95CF-325E164695A7}" presName="rootComposite" presStyleCnt="0"/>
      <dgm:spPr/>
    </dgm:pt>
    <dgm:pt modelId="{22A1E35B-ED8D-46CD-9487-BDA3A0EBE3A8}" type="pres">
      <dgm:prSet presAssocID="{CFBB0A93-1064-46C8-95CF-325E164695A7}" presName="rootText" presStyleLbl="node3" presStyleIdx="17" presStyleCnt="22">
        <dgm:presLayoutVars>
          <dgm:chPref val="3"/>
        </dgm:presLayoutVars>
      </dgm:prSet>
      <dgm:spPr/>
    </dgm:pt>
    <dgm:pt modelId="{8FC1419D-B6AB-48EB-9AB1-305D650EE46E}" type="pres">
      <dgm:prSet presAssocID="{CFBB0A93-1064-46C8-95CF-325E164695A7}" presName="rootConnector" presStyleLbl="node3" presStyleIdx="17" presStyleCnt="22"/>
      <dgm:spPr/>
    </dgm:pt>
    <dgm:pt modelId="{426D3CA6-091D-4876-9751-83E40CF7768E}" type="pres">
      <dgm:prSet presAssocID="{CFBB0A93-1064-46C8-95CF-325E164695A7}" presName="hierChild4" presStyleCnt="0"/>
      <dgm:spPr/>
    </dgm:pt>
    <dgm:pt modelId="{65F754F2-E661-4A65-921D-6ED539B36808}" type="pres">
      <dgm:prSet presAssocID="{CFBB0A93-1064-46C8-95CF-325E164695A7}" presName="hierChild5" presStyleCnt="0"/>
      <dgm:spPr/>
    </dgm:pt>
    <dgm:pt modelId="{9346B010-F4FF-4FAE-AAF3-3554F977871A}" type="pres">
      <dgm:prSet presAssocID="{6373B14E-BC70-4532-8ACE-877B3D8EA2E4}" presName="Name48" presStyleLbl="parChTrans1D3" presStyleIdx="18" presStyleCnt="22"/>
      <dgm:spPr/>
    </dgm:pt>
    <dgm:pt modelId="{482D8BCC-2669-4335-8341-58F7EBBE3258}" type="pres">
      <dgm:prSet presAssocID="{B8BDE9AC-A0AF-4F2F-B8C4-8132BB33F125}" presName="hierRoot2" presStyleCnt="0">
        <dgm:presLayoutVars>
          <dgm:hierBranch val="init"/>
        </dgm:presLayoutVars>
      </dgm:prSet>
      <dgm:spPr/>
    </dgm:pt>
    <dgm:pt modelId="{2B0F850A-BE3C-434C-95AC-83F84BF0EA9D}" type="pres">
      <dgm:prSet presAssocID="{B8BDE9AC-A0AF-4F2F-B8C4-8132BB33F125}" presName="rootComposite" presStyleCnt="0"/>
      <dgm:spPr/>
    </dgm:pt>
    <dgm:pt modelId="{7B442F6C-159C-4CC7-A593-42DF521344D4}" type="pres">
      <dgm:prSet presAssocID="{B8BDE9AC-A0AF-4F2F-B8C4-8132BB33F125}" presName="rootText" presStyleLbl="node3" presStyleIdx="18" presStyleCnt="22" custLinFactNeighborX="1002" custLinFactNeighborY="6701">
        <dgm:presLayoutVars>
          <dgm:chPref val="3"/>
        </dgm:presLayoutVars>
      </dgm:prSet>
      <dgm:spPr/>
    </dgm:pt>
    <dgm:pt modelId="{2953B7DC-80FE-4F3B-B03D-148C18ACDF60}" type="pres">
      <dgm:prSet presAssocID="{B8BDE9AC-A0AF-4F2F-B8C4-8132BB33F125}" presName="rootConnector" presStyleLbl="node3" presStyleIdx="18" presStyleCnt="22"/>
      <dgm:spPr/>
    </dgm:pt>
    <dgm:pt modelId="{2CC17A14-000A-460C-B736-2DFC7914D3CC}" type="pres">
      <dgm:prSet presAssocID="{B8BDE9AC-A0AF-4F2F-B8C4-8132BB33F125}" presName="hierChild4" presStyleCnt="0"/>
      <dgm:spPr/>
    </dgm:pt>
    <dgm:pt modelId="{58E34338-5EE4-4BB3-AF78-25375FBFCB34}" type="pres">
      <dgm:prSet presAssocID="{B8BDE9AC-A0AF-4F2F-B8C4-8132BB33F125}" presName="hierChild5" presStyleCnt="0"/>
      <dgm:spPr/>
    </dgm:pt>
    <dgm:pt modelId="{513C8056-3736-4D19-8AA7-52FBE09BF4E4}" type="pres">
      <dgm:prSet presAssocID="{75670877-000B-4828-9F99-1ED768959B88}" presName="Name48" presStyleLbl="parChTrans1D3" presStyleIdx="19" presStyleCnt="22"/>
      <dgm:spPr/>
    </dgm:pt>
    <dgm:pt modelId="{AB4089E8-70DE-43DB-924A-CB766378FB52}" type="pres">
      <dgm:prSet presAssocID="{E21EBC76-4FF9-4BEF-82B1-C83C9DBC4959}" presName="hierRoot2" presStyleCnt="0">
        <dgm:presLayoutVars>
          <dgm:hierBranch val="init"/>
        </dgm:presLayoutVars>
      </dgm:prSet>
      <dgm:spPr/>
    </dgm:pt>
    <dgm:pt modelId="{6D5FAE49-B929-4F92-892E-378FBDA84DAE}" type="pres">
      <dgm:prSet presAssocID="{E21EBC76-4FF9-4BEF-82B1-C83C9DBC4959}" presName="rootComposite" presStyleCnt="0"/>
      <dgm:spPr/>
    </dgm:pt>
    <dgm:pt modelId="{E7E9D213-E2D6-4373-BE00-55952B6A20C6}" type="pres">
      <dgm:prSet presAssocID="{E21EBC76-4FF9-4BEF-82B1-C83C9DBC4959}" presName="rootText" presStyleLbl="node3" presStyleIdx="19" presStyleCnt="22">
        <dgm:presLayoutVars>
          <dgm:chPref val="3"/>
        </dgm:presLayoutVars>
      </dgm:prSet>
      <dgm:spPr/>
    </dgm:pt>
    <dgm:pt modelId="{36DA127B-5992-4B18-A43A-10410F556A34}" type="pres">
      <dgm:prSet presAssocID="{E21EBC76-4FF9-4BEF-82B1-C83C9DBC4959}" presName="rootConnector" presStyleLbl="node3" presStyleIdx="19" presStyleCnt="22"/>
      <dgm:spPr/>
    </dgm:pt>
    <dgm:pt modelId="{C4C021FC-660A-4FBC-9ED2-60F3C24CB025}" type="pres">
      <dgm:prSet presAssocID="{E21EBC76-4FF9-4BEF-82B1-C83C9DBC4959}" presName="hierChild4" presStyleCnt="0"/>
      <dgm:spPr/>
    </dgm:pt>
    <dgm:pt modelId="{C1CF219C-2DCC-4D51-AF6F-4E56C6834CD0}" type="pres">
      <dgm:prSet presAssocID="{E21EBC76-4FF9-4BEF-82B1-C83C9DBC4959}" presName="hierChild5" presStyleCnt="0"/>
      <dgm:spPr/>
    </dgm:pt>
    <dgm:pt modelId="{34A8FB95-3029-4B21-A5ED-1A9DFC61E31F}" type="pres">
      <dgm:prSet presAssocID="{928889B6-5E33-4D93-BF48-337B2F58A652}" presName="Name48" presStyleLbl="parChTrans1D3" presStyleIdx="20" presStyleCnt="22"/>
      <dgm:spPr/>
    </dgm:pt>
    <dgm:pt modelId="{3734B939-DE40-4E98-A63B-3E008B55C55A}" type="pres">
      <dgm:prSet presAssocID="{C7D99490-53EE-477C-BB83-900BE1A6EAB5}" presName="hierRoot2" presStyleCnt="0">
        <dgm:presLayoutVars>
          <dgm:hierBranch val="init"/>
        </dgm:presLayoutVars>
      </dgm:prSet>
      <dgm:spPr/>
    </dgm:pt>
    <dgm:pt modelId="{DF672C03-346D-483A-B996-3480486C8BB3}" type="pres">
      <dgm:prSet presAssocID="{C7D99490-53EE-477C-BB83-900BE1A6EAB5}" presName="rootComposite" presStyleCnt="0"/>
      <dgm:spPr/>
    </dgm:pt>
    <dgm:pt modelId="{4BE99D80-54B7-451D-893D-38EF429C2951}" type="pres">
      <dgm:prSet presAssocID="{C7D99490-53EE-477C-BB83-900BE1A6EAB5}" presName="rootText" presStyleLbl="node3" presStyleIdx="20" presStyleCnt="22">
        <dgm:presLayoutVars>
          <dgm:chPref val="3"/>
        </dgm:presLayoutVars>
      </dgm:prSet>
      <dgm:spPr/>
    </dgm:pt>
    <dgm:pt modelId="{2D8B4CE3-5F64-4356-BBB0-FA2F6F646873}" type="pres">
      <dgm:prSet presAssocID="{C7D99490-53EE-477C-BB83-900BE1A6EAB5}" presName="rootConnector" presStyleLbl="node3" presStyleIdx="20" presStyleCnt="22"/>
      <dgm:spPr/>
    </dgm:pt>
    <dgm:pt modelId="{E9235C62-78A2-4369-B6DF-EEDD635EA553}" type="pres">
      <dgm:prSet presAssocID="{C7D99490-53EE-477C-BB83-900BE1A6EAB5}" presName="hierChild4" presStyleCnt="0"/>
      <dgm:spPr/>
    </dgm:pt>
    <dgm:pt modelId="{564EC482-B09E-4114-84F7-47211A7C9828}" type="pres">
      <dgm:prSet presAssocID="{C7D99490-53EE-477C-BB83-900BE1A6EAB5}" presName="hierChild5" presStyleCnt="0"/>
      <dgm:spPr/>
    </dgm:pt>
    <dgm:pt modelId="{62E4C571-EA29-47D7-B70F-DE4EB3241239}" type="pres">
      <dgm:prSet presAssocID="{93046481-4543-4939-B22D-CE6D7763A2BC}" presName="Name48" presStyleLbl="parChTrans1D3" presStyleIdx="21" presStyleCnt="22"/>
      <dgm:spPr/>
    </dgm:pt>
    <dgm:pt modelId="{52BAD567-52AE-42B3-B52A-0B3C860E15AE}" type="pres">
      <dgm:prSet presAssocID="{6C4A8610-B9F4-4986-8D1E-3BDEF6FED1C7}" presName="hierRoot2" presStyleCnt="0">
        <dgm:presLayoutVars>
          <dgm:hierBranch val="init"/>
        </dgm:presLayoutVars>
      </dgm:prSet>
      <dgm:spPr/>
    </dgm:pt>
    <dgm:pt modelId="{B1E74C5C-00DB-4E7C-9402-3B8F8758128A}" type="pres">
      <dgm:prSet presAssocID="{6C4A8610-B9F4-4986-8D1E-3BDEF6FED1C7}" presName="rootComposite" presStyleCnt="0"/>
      <dgm:spPr/>
    </dgm:pt>
    <dgm:pt modelId="{B5CF2221-412F-4245-A9CE-A321D7C58D33}" type="pres">
      <dgm:prSet presAssocID="{6C4A8610-B9F4-4986-8D1E-3BDEF6FED1C7}" presName="rootText" presStyleLbl="node3" presStyleIdx="21" presStyleCnt="22">
        <dgm:presLayoutVars>
          <dgm:chPref val="3"/>
        </dgm:presLayoutVars>
      </dgm:prSet>
      <dgm:spPr/>
    </dgm:pt>
    <dgm:pt modelId="{ECE6D5E4-7D4F-4655-9375-F4B3F9851C3A}" type="pres">
      <dgm:prSet presAssocID="{6C4A8610-B9F4-4986-8D1E-3BDEF6FED1C7}" presName="rootConnector" presStyleLbl="node3" presStyleIdx="21" presStyleCnt="22"/>
      <dgm:spPr/>
    </dgm:pt>
    <dgm:pt modelId="{FF53410E-E43F-40B5-8F0B-8376C490EE79}" type="pres">
      <dgm:prSet presAssocID="{6C4A8610-B9F4-4986-8D1E-3BDEF6FED1C7}" presName="hierChild4" presStyleCnt="0"/>
      <dgm:spPr/>
    </dgm:pt>
    <dgm:pt modelId="{1489E375-C01D-450A-979A-614F9334B2ED}" type="pres">
      <dgm:prSet presAssocID="{6C4A8610-B9F4-4986-8D1E-3BDEF6FED1C7}" presName="hierChild5" presStyleCnt="0"/>
      <dgm:spPr/>
    </dgm:pt>
    <dgm:pt modelId="{57A27280-25C1-4118-BE6B-23E30AC36952}" type="pres">
      <dgm:prSet presAssocID="{4B684A12-CF5A-4D65-9CBB-8581FE62A5FF}" presName="hierChild5" presStyleCnt="0"/>
      <dgm:spPr/>
    </dgm:pt>
    <dgm:pt modelId="{3CC9EE80-3E6A-4C4D-8DE0-81308E689CF4}" type="pres">
      <dgm:prSet presAssocID="{16C3E8F3-E857-43B7-98A6-74A42289C345}" presName="hierChild3" presStyleCnt="0"/>
      <dgm:spPr/>
    </dgm:pt>
  </dgm:ptLst>
  <dgm:cxnLst>
    <dgm:cxn modelId="{4E779000-48D7-4D51-986F-485B9DA60812}" type="presOf" srcId="{6BB26C62-909B-4E5E-837B-750BD0D5373B}" destId="{77939C0E-9562-42CB-B151-3FCA44C63A2B}" srcOrd="1" destOrd="0" presId="urn:microsoft.com/office/officeart/2005/8/layout/orgChart1"/>
    <dgm:cxn modelId="{0C266D02-C705-4CA8-9AA1-6012151D5A9A}" type="presOf" srcId="{9881C259-CA63-484C-911A-739643CE7E57}" destId="{012839C2-9FD4-4C8A-817E-E5A30364F182}" srcOrd="0" destOrd="0" presId="urn:microsoft.com/office/officeart/2005/8/layout/orgChart1"/>
    <dgm:cxn modelId="{A6808106-624A-4262-B5D3-4E866122512B}" srcId="{4B684A12-CF5A-4D65-9CBB-8581FE62A5FF}" destId="{99A3DA22-FB73-496E-AA8C-D3D7098F72EA}" srcOrd="7" destOrd="0" parTransId="{A58A8700-F433-4BAC-85E9-2AAABF973E4B}" sibTransId="{37F93ED8-C74B-46CB-BBE0-F8F99F48A3AE}"/>
    <dgm:cxn modelId="{B78A8F07-5952-4C3D-8369-97027FFCFAB0}" type="presOf" srcId="{19C80E08-7B44-4D3E-B2E9-66DFBF01F850}" destId="{FBEEEC78-357E-41FC-884D-C4D3E68E1508}" srcOrd="1" destOrd="0" presId="urn:microsoft.com/office/officeart/2005/8/layout/orgChart1"/>
    <dgm:cxn modelId="{43A1D807-9FCD-46C7-AD2F-E4192A9BE8DD}" srcId="{CBC26367-C508-48C6-BDE2-2289C6403C5D}" destId="{19C80E08-7B44-4D3E-B2E9-66DFBF01F850}" srcOrd="2" destOrd="0" parTransId="{7EB172F4-C873-4993-8066-00C90461E2EE}" sibTransId="{25FA50F7-6D59-42EA-88AC-655D19DB7703}"/>
    <dgm:cxn modelId="{7368E109-D4BB-411B-AC5B-6388DB2D9FD8}" type="presOf" srcId="{00FE9818-30BE-4EDE-A5E4-E952F7B0653B}" destId="{78E2DE9F-3337-48E2-93F4-72D910AF8D59}" srcOrd="0" destOrd="0" presId="urn:microsoft.com/office/officeart/2005/8/layout/orgChart1"/>
    <dgm:cxn modelId="{52AD8D0A-1D82-4D07-BF1D-2F044F37AB0A}" srcId="{4B684A12-CF5A-4D65-9CBB-8581FE62A5FF}" destId="{A21CAB36-8DBA-498C-8265-487A8AAF91F3}" srcOrd="10" destOrd="0" parTransId="{D4825590-3148-4CC3-9196-7B72EE201230}" sibTransId="{34717B66-A0DF-4A7A-A59B-DE53E2BC9B5A}"/>
    <dgm:cxn modelId="{1A0AB80B-E6E5-46DD-8729-8D8C7E384B62}" type="presOf" srcId="{1E0E5B10-4603-49E5-A2D9-1BD68CD66467}" destId="{462E34CB-8D2C-45E2-91B2-642534F74197}" srcOrd="0" destOrd="0" presId="urn:microsoft.com/office/officeart/2005/8/layout/orgChart1"/>
    <dgm:cxn modelId="{4F4BC10B-031E-414B-BDE6-0F883C637220}" type="presOf" srcId="{3D9FF747-E125-4234-AB5E-BD18D5F58123}" destId="{8E917D68-A5B7-4651-8C8F-7435C1FA0848}" srcOrd="0" destOrd="0" presId="urn:microsoft.com/office/officeart/2005/8/layout/orgChart1"/>
    <dgm:cxn modelId="{52618D0D-4F24-4F83-A7C9-7F25A0CD1EFA}" type="presOf" srcId="{8167DDFE-1141-4581-890D-F8BEC9322DF3}" destId="{9EC69996-67FA-4CCC-99DA-96ECFA95D19A}" srcOrd="0" destOrd="0" presId="urn:microsoft.com/office/officeart/2005/8/layout/orgChart1"/>
    <dgm:cxn modelId="{0DC40C10-D735-4164-B84D-A787FC876D19}" type="presOf" srcId="{E21EBC76-4FF9-4BEF-82B1-C83C9DBC4959}" destId="{E7E9D213-E2D6-4373-BE00-55952B6A20C6}" srcOrd="0" destOrd="0" presId="urn:microsoft.com/office/officeart/2005/8/layout/orgChart1"/>
    <dgm:cxn modelId="{B28A4D10-51F7-491C-A7CC-52304DFA2ED4}" type="presOf" srcId="{9257D3D0-F69D-44B1-9A5E-9C5B2677C391}" destId="{BA770845-C1C2-4921-A8F2-1E082CDAC81E}" srcOrd="0" destOrd="0" presId="urn:microsoft.com/office/officeart/2005/8/layout/orgChart1"/>
    <dgm:cxn modelId="{3C8E9310-55D0-40F7-A550-09E6B6A306E9}" type="presOf" srcId="{4356F4BD-4300-4069-80E2-5E7290D16AE2}" destId="{6AC2CD89-F7F7-4904-9AD1-5C0FA6A18C0E}" srcOrd="0" destOrd="0" presId="urn:microsoft.com/office/officeart/2005/8/layout/orgChart1"/>
    <dgm:cxn modelId="{C11DB610-ACAA-4D1E-BDA6-28D936960305}" srcId="{40D91353-E8BB-4EFA-9AA9-81047671152F}" destId="{7A228164-D744-403B-B23F-CA73B38B60AE}" srcOrd="0" destOrd="0" parTransId="{957AE1B1-065A-44EC-A454-6F4331B59669}" sibTransId="{F8F8508F-7DBF-498A-8645-8FBDE8D3EFDC}"/>
    <dgm:cxn modelId="{7C586111-5C24-41E9-A258-512D8CB7B1D4}" type="presOf" srcId="{AD4469C6-ECBE-4C13-9CA5-CA37019CC91D}" destId="{BBC1876E-01D3-4420-BC1D-E30348B8D731}" srcOrd="1" destOrd="0" presId="urn:microsoft.com/office/officeart/2005/8/layout/orgChart1"/>
    <dgm:cxn modelId="{D6E3A211-464A-4D16-8C7A-CE87515BA773}" type="presOf" srcId="{40D91353-E8BB-4EFA-9AA9-81047671152F}" destId="{436042DE-3D5D-4151-832C-983B8410DA61}" srcOrd="1" destOrd="0" presId="urn:microsoft.com/office/officeart/2005/8/layout/orgChart1"/>
    <dgm:cxn modelId="{EB10A312-2E78-4D34-A605-99E420173DE9}" type="presOf" srcId="{A58A8700-F433-4BAC-85E9-2AAABF973E4B}" destId="{753118A6-6794-4168-A2E8-156BEEF6AB72}" srcOrd="0" destOrd="0" presId="urn:microsoft.com/office/officeart/2005/8/layout/orgChart1"/>
    <dgm:cxn modelId="{DEF1DB12-20D1-420C-B565-3505DA550124}" srcId="{4B684A12-CF5A-4D65-9CBB-8581FE62A5FF}" destId="{E165EE5D-9877-4795-829F-201150F2A8A9}" srcOrd="0" destOrd="0" parTransId="{C60669A4-0ED8-406D-9898-B8719B29F926}" sibTransId="{1A64265F-8F6F-4EBF-BB46-27D05731DC1E}"/>
    <dgm:cxn modelId="{33F60214-2E01-4F0A-912C-952128DE7E92}" srcId="{766C6A92-94FA-4AD5-9E61-F13BAB7AD60A}" destId="{1E0E5B10-4603-49E5-A2D9-1BD68CD66467}" srcOrd="3" destOrd="0" parTransId="{3C31B98F-436F-46D2-BBD7-16ED9550AE08}" sibTransId="{37420E07-B682-4694-9E18-600789F29937}"/>
    <dgm:cxn modelId="{2EE4B614-0081-47CC-BB6B-5414C344D5CB}" type="presOf" srcId="{766C6A92-94FA-4AD5-9E61-F13BAB7AD60A}" destId="{B60C8955-6A8E-4477-A6D6-FDE7FB40F5D6}" srcOrd="0" destOrd="0" presId="urn:microsoft.com/office/officeart/2005/8/layout/orgChart1"/>
    <dgm:cxn modelId="{65461115-710B-4D2A-A3AE-BBB1A8DFA63C}" type="presOf" srcId="{85C35AA2-1273-40A7-9546-9BD37194545B}" destId="{376755D6-D056-40F9-ABB9-30D500172D16}" srcOrd="0" destOrd="0" presId="urn:microsoft.com/office/officeart/2005/8/layout/orgChart1"/>
    <dgm:cxn modelId="{05917F15-506C-41E5-A2B2-92653394BB16}" type="presOf" srcId="{4175B716-2206-423A-95AF-C938BEF691E7}" destId="{5BE3E5F7-E9F5-4015-A01C-B257B9366169}" srcOrd="0" destOrd="0" presId="urn:microsoft.com/office/officeart/2005/8/layout/orgChart1"/>
    <dgm:cxn modelId="{2A947017-A152-4A25-858F-8A20C9B38842}" srcId="{16C3E8F3-E857-43B7-98A6-74A42289C345}" destId="{766C6A92-94FA-4AD5-9E61-F13BAB7AD60A}" srcOrd="0" destOrd="0" parTransId="{BBA5FC78-244A-4877-B557-6B2E273D2C18}" sibTransId="{A2302219-9306-4882-92B1-5B5E1B1B07C6}"/>
    <dgm:cxn modelId="{3281D017-94ED-43A1-848E-D312CEDC2038}" type="presOf" srcId="{40654313-7CE6-4BB4-9618-14DC3EBB79C3}" destId="{F55DA72E-FB28-4EA5-9EFB-A0D236A33CA6}" srcOrd="1" destOrd="0" presId="urn:microsoft.com/office/officeart/2005/8/layout/orgChart1"/>
    <dgm:cxn modelId="{1D7A1F18-873D-458C-8B68-7B2A4860A3D3}" srcId="{CBC26367-C508-48C6-BDE2-2289C6403C5D}" destId="{1AB0B114-74BC-4DC9-BC83-1035E67BA125}" srcOrd="1" destOrd="0" parTransId="{B954C91C-FD9D-4C5D-B097-C3C5FB981E1B}" sibTransId="{4DAB0C83-5C2A-42C4-AE75-2E899E70597C}"/>
    <dgm:cxn modelId="{7674E31A-CC72-473E-A0A7-8DEC6F778457}" type="presOf" srcId="{B8735C6D-CACE-4339-9B1B-510D6E70DE63}" destId="{D0E78AA6-F0F2-40CD-9996-3607AC477540}" srcOrd="1" destOrd="0" presId="urn:microsoft.com/office/officeart/2005/8/layout/orgChart1"/>
    <dgm:cxn modelId="{0280081E-77E8-4AB9-AED5-C2F476D1015E}" type="presOf" srcId="{8167DDFE-1141-4581-890D-F8BEC9322DF3}" destId="{0251438B-3FB9-4CB2-B064-91927E98D0E0}" srcOrd="1" destOrd="0" presId="urn:microsoft.com/office/officeart/2005/8/layout/orgChart1"/>
    <dgm:cxn modelId="{8A8FC81F-D7D5-4E2B-91E0-21F4286A8B23}" type="presOf" srcId="{B35845EF-03F0-4DFA-8ADB-C0677A7F166D}" destId="{14EC14E7-B834-488C-A764-5CF1B3593DF0}" srcOrd="0" destOrd="0" presId="urn:microsoft.com/office/officeart/2005/8/layout/orgChart1"/>
    <dgm:cxn modelId="{A92ACF1F-5D65-4714-8003-87918CC0F687}" type="presOf" srcId="{D5575961-FF08-48EA-BC1F-5093860745A8}" destId="{7F9E155F-8FF9-4D7C-9368-83EF01780FDA}" srcOrd="0" destOrd="0" presId="urn:microsoft.com/office/officeart/2005/8/layout/orgChart1"/>
    <dgm:cxn modelId="{4038E320-F0B8-48E4-BC85-E778D51CE261}" type="presOf" srcId="{6F3A2251-19DF-47B6-84B2-CA5E6E9545EF}" destId="{7EB5D76A-7114-4FAF-8E68-56D30BF648CC}" srcOrd="1" destOrd="0" presId="urn:microsoft.com/office/officeart/2005/8/layout/orgChart1"/>
    <dgm:cxn modelId="{C76F3E21-9EF0-4974-B2EF-F31F9C50FCD1}" type="presOf" srcId="{6BB26C62-909B-4E5E-837B-750BD0D5373B}" destId="{047E7537-5F40-4CEF-AA95-4619C9E9DC09}" srcOrd="0" destOrd="0" presId="urn:microsoft.com/office/officeart/2005/8/layout/orgChart1"/>
    <dgm:cxn modelId="{AB8FD021-A0FC-48B6-8685-F15FC9BD4F10}" type="presOf" srcId="{1AB0B114-74BC-4DC9-BC83-1035E67BA125}" destId="{C124A1EC-40AA-488E-81A6-45232781073F}" srcOrd="1" destOrd="0" presId="urn:microsoft.com/office/officeart/2005/8/layout/orgChart1"/>
    <dgm:cxn modelId="{E2F81422-B288-4237-99D5-C479B6B50F4D}" srcId="{1ECE2C6B-0C58-422F-94AF-9B5D58529296}" destId="{6AC1940E-04E9-4F89-A337-9211FFEE5267}" srcOrd="1" destOrd="0" parTransId="{408F195F-A2B2-46E5-BEBB-D2D1DE28B154}" sibTransId="{00900EF2-F6F8-4E5C-84BD-5103CC39B3D4}"/>
    <dgm:cxn modelId="{65554C24-4695-4DDB-92F0-46931C541BB9}" type="presOf" srcId="{E165EE5D-9877-4795-829F-201150F2A8A9}" destId="{415292A9-960B-41C4-834A-6358F14CFCB6}" srcOrd="1" destOrd="0" presId="urn:microsoft.com/office/officeart/2005/8/layout/orgChart1"/>
    <dgm:cxn modelId="{9A302E25-FCE6-481D-99AA-59616AD811D8}" type="presOf" srcId="{F8C3C700-E9B9-4DCE-B674-E766422DB52F}" destId="{DDDAE14D-8357-4632-B328-43FEA74CC859}" srcOrd="0" destOrd="0" presId="urn:microsoft.com/office/officeart/2005/8/layout/orgChart1"/>
    <dgm:cxn modelId="{2F52292A-6899-4840-843C-D9626E8D31A6}" type="presOf" srcId="{5E4B8A2A-2B34-486F-832A-8F2847CB07AA}" destId="{53748116-4071-42B5-A6AB-161AF519B57D}" srcOrd="1" destOrd="0" presId="urn:microsoft.com/office/officeart/2005/8/layout/orgChart1"/>
    <dgm:cxn modelId="{9F628B2A-2ADF-4D9C-A582-4E41979F35F2}" type="presOf" srcId="{3C1E4AF5-5A8D-4797-8E06-79D4CB6FC6C8}" destId="{C7B0AFD6-60A2-4BB9-863C-B889D9004DB4}" srcOrd="0" destOrd="0" presId="urn:microsoft.com/office/officeart/2005/8/layout/orgChart1"/>
    <dgm:cxn modelId="{1D32C22B-89A1-415F-AD3C-8DF45456D2FB}" srcId="{AB44CDFA-8F1B-4CB5-B083-7624C9F271D2}" destId="{9EAB8208-EA65-4FE4-90CF-724EA0F49263}" srcOrd="1" destOrd="0" parTransId="{135D940D-60B0-4992-9D94-B5E100CCE0C1}" sibTransId="{63BCC988-EDAD-47CD-A3FC-F8FA3B609010}"/>
    <dgm:cxn modelId="{944FED2C-E3B2-411C-910B-1C805923B7CD}" srcId="{CBC26367-C508-48C6-BDE2-2289C6403C5D}" destId="{00FE9818-30BE-4EDE-A5E4-E952F7B0653B}" srcOrd="4" destOrd="0" parTransId="{A6335261-6133-489C-987C-CE390FFF62C4}" sibTransId="{EE493E37-A188-4368-94D5-9BAC26FE2A44}"/>
    <dgm:cxn modelId="{E4A1982E-DF13-40EF-B835-D6581D7A289D}" type="presOf" srcId="{AB44CDFA-8F1B-4CB5-B083-7624C9F271D2}" destId="{513C812A-F42B-4EAC-83CB-C249DD3BC121}" srcOrd="1" destOrd="0" presId="urn:microsoft.com/office/officeart/2005/8/layout/orgChart1"/>
    <dgm:cxn modelId="{A5B2032F-3C41-43E8-9A47-5F64A6ECC02A}" type="presOf" srcId="{9680E4A5-9C3A-4203-869E-CF630236CAD4}" destId="{9531E936-2D5B-4D74-8E85-72C838EF5AC4}" srcOrd="0" destOrd="0" presId="urn:microsoft.com/office/officeart/2005/8/layout/orgChart1"/>
    <dgm:cxn modelId="{549EDB2F-2D5C-4C28-9340-EA8465B36BAE}" type="presOf" srcId="{6C4A8610-B9F4-4986-8D1E-3BDEF6FED1C7}" destId="{ECE6D5E4-7D4F-4655-9375-F4B3F9851C3A}" srcOrd="1" destOrd="0" presId="urn:microsoft.com/office/officeart/2005/8/layout/orgChart1"/>
    <dgm:cxn modelId="{03211C30-F523-4492-A76C-42512E353CF9}" type="presOf" srcId="{422B081E-22B4-4583-9A10-B11C691FA1EE}" destId="{288B4E76-0F5B-4247-ADA1-76AD228830A2}" srcOrd="0" destOrd="0" presId="urn:microsoft.com/office/officeart/2005/8/layout/orgChart1"/>
    <dgm:cxn modelId="{8EA9B730-EC8A-402D-88E1-D1486B93EE69}" srcId="{40D91353-E8BB-4EFA-9AA9-81047671152F}" destId="{FEB9DA71-FA81-4994-A492-57310C3C4E1F}" srcOrd="4" destOrd="0" parTransId="{989B9C19-CC8B-4C99-93E5-F9F741AB6B6F}" sibTransId="{17946DB4-ECBD-41B0-9229-6D2DAB86663C}"/>
    <dgm:cxn modelId="{48E57833-785D-44F8-BF59-FF99EF713CBF}" type="presOf" srcId="{1479B066-A589-40AD-B814-C1D459151975}" destId="{53B6B87A-4138-4A47-A4C4-E0F28379CE57}" srcOrd="0" destOrd="0" presId="urn:microsoft.com/office/officeart/2005/8/layout/orgChart1"/>
    <dgm:cxn modelId="{A50FF533-A17E-4D34-B9AA-B839DE574A79}" srcId="{4B684A12-CF5A-4D65-9CBB-8581FE62A5FF}" destId="{295E4A73-5A7E-4BA9-A4D0-EF9AC5DB46DB}" srcOrd="3" destOrd="0" parTransId="{4175B716-2206-423A-95AF-C938BEF691E7}" sibTransId="{D7741F8F-CCC4-46CD-AA1E-1067B67DB4C8}"/>
    <dgm:cxn modelId="{F7625E35-36C8-4D74-9B57-F1109496570B}" type="presOf" srcId="{CFBB0A93-1064-46C8-95CF-325E164695A7}" destId="{8FC1419D-B6AB-48EB-9AB1-305D650EE46E}" srcOrd="1" destOrd="0" presId="urn:microsoft.com/office/officeart/2005/8/layout/orgChart1"/>
    <dgm:cxn modelId="{FC85C136-7B26-4A4B-86C2-570B59C98BE3}" type="presOf" srcId="{40654313-7CE6-4BB4-9618-14DC3EBB79C3}" destId="{300F7607-9BC1-4B30-8AF2-4D4EB2D0CFF0}" srcOrd="0" destOrd="0" presId="urn:microsoft.com/office/officeart/2005/8/layout/orgChart1"/>
    <dgm:cxn modelId="{E9C6E737-D541-4EB1-9815-C5FF5595ACD6}" type="presOf" srcId="{CD580026-98A8-405C-8089-E62568E57613}" destId="{06ED3A07-279C-40C5-B09B-4378D3D2A895}" srcOrd="0" destOrd="0" presId="urn:microsoft.com/office/officeart/2005/8/layout/orgChart1"/>
    <dgm:cxn modelId="{A1987039-CF91-4834-98AD-F245C0C86A03}" type="presOf" srcId="{8E7E7A18-AEF5-401B-B218-5E05B1190D56}" destId="{441C1F49-84DE-4A65-8376-3ABA62C2E165}" srcOrd="0" destOrd="0" presId="urn:microsoft.com/office/officeart/2005/8/layout/orgChart1"/>
    <dgm:cxn modelId="{7CD8D439-0C0D-4780-811B-80B257C7ADDD}" srcId="{9EAB8208-EA65-4FE4-90CF-724EA0F49263}" destId="{45365EFB-3AE3-4A56-96FA-053F9FE87209}" srcOrd="3" destOrd="0" parTransId="{4715F989-E7F7-4D7B-AF3C-94D6A3CC460A}" sibTransId="{7F31797E-DBD2-47BD-8E3C-BD894790A6A9}"/>
    <dgm:cxn modelId="{E544583A-F4BC-4A83-8D1D-E8C3D4A0FE1C}" type="presOf" srcId="{E2616D24-0C81-4F6E-887D-35C5CF68E3D0}" destId="{2AFBA8CC-92CF-4EA0-9BE3-A7D9294C1EFF}" srcOrd="0" destOrd="0" presId="urn:microsoft.com/office/officeart/2005/8/layout/orgChart1"/>
    <dgm:cxn modelId="{AD48B43A-643A-4085-8F67-0ED024797E7A}" srcId="{CBC26367-C508-48C6-BDE2-2289C6403C5D}" destId="{8167DDFE-1141-4581-890D-F8BEC9322DF3}" srcOrd="3" destOrd="0" parTransId="{55F75637-446B-47A9-9042-297BCF8A7297}" sibTransId="{1D642CCB-A21D-4D3F-A0CC-8DCA143D527F}"/>
    <dgm:cxn modelId="{8CD6BB3A-679D-4486-A1D7-3F10DCC3D854}" type="presOf" srcId="{D7F561EE-364F-41BB-BB46-DF2899788B30}" destId="{4B70FDCC-C44C-4D5D-8A3D-0FBF68D10EE5}" srcOrd="0" destOrd="0" presId="urn:microsoft.com/office/officeart/2005/8/layout/orgChart1"/>
    <dgm:cxn modelId="{A328113D-8C00-4964-A0CE-FA459E815846}" type="presOf" srcId="{40D91353-E8BB-4EFA-9AA9-81047671152F}" destId="{E091965D-1A48-4B32-87A7-16C702A891F4}" srcOrd="0" destOrd="0" presId="urn:microsoft.com/office/officeart/2005/8/layout/orgChart1"/>
    <dgm:cxn modelId="{10BBFE3D-C4C2-462D-9247-145E29C11BED}" type="presOf" srcId="{9881C259-CA63-484C-911A-739643CE7E57}" destId="{F5E73284-40C2-4ED5-B4D7-4EAC26E34C19}" srcOrd="1" destOrd="0" presId="urn:microsoft.com/office/officeart/2005/8/layout/orgChart1"/>
    <dgm:cxn modelId="{9B1B8F3F-61D4-4A60-8F6F-F1FCDCE12B83}" srcId="{40D91353-E8BB-4EFA-9AA9-81047671152F}" destId="{3C1E4AF5-5A8D-4797-8E06-79D4CB6FC6C8}" srcOrd="3" destOrd="0" parTransId="{F472D0EB-4B77-4BE9-8A5C-081A38E486B1}" sibTransId="{0F731CF7-F500-4CFC-B28F-0BEB525CC267}"/>
    <dgm:cxn modelId="{BC3EDD3F-BB33-48A2-A536-1E91EDBB4E17}" srcId="{1E0E5B10-4603-49E5-A2D9-1BD68CD66467}" destId="{A17D3329-8E3B-4FAB-BE98-2732635C0118}" srcOrd="4" destOrd="0" parTransId="{7FF934FD-CE66-4EC6-A282-076B5AF03441}" sibTransId="{36A8B004-E265-44E0-9301-EA848C785E86}"/>
    <dgm:cxn modelId="{4F08655B-C097-448B-A9C5-C196568E5C19}" type="presOf" srcId="{CFBB0A93-1064-46C8-95CF-325E164695A7}" destId="{22A1E35B-ED8D-46CD-9487-BDA3A0EBE3A8}" srcOrd="0" destOrd="0" presId="urn:microsoft.com/office/officeart/2005/8/layout/orgChart1"/>
    <dgm:cxn modelId="{6848A55E-8FF2-4B75-834B-0A2EFC9FFEE0}" type="presOf" srcId="{6AC1940E-04E9-4F89-A337-9211FFEE5267}" destId="{B67A2ADD-9FC9-4E3D-9802-A7583FFAEEF1}" srcOrd="0" destOrd="0" presId="urn:microsoft.com/office/officeart/2005/8/layout/orgChart1"/>
    <dgm:cxn modelId="{6B04D05E-9D62-4E73-B654-E1FD08DBCFD9}" type="presOf" srcId="{BCEAE783-E1A5-4980-AD3B-B25A48935938}" destId="{63177B3E-3A5F-4A02-BFEF-64DC01ECAB37}" srcOrd="0" destOrd="0" presId="urn:microsoft.com/office/officeart/2005/8/layout/orgChart1"/>
    <dgm:cxn modelId="{4F0C3D5F-5BAA-4BE2-A1F7-98FC9D571527}" srcId="{CBC26367-C508-48C6-BDE2-2289C6403C5D}" destId="{40654313-7CE6-4BB4-9618-14DC3EBB79C3}" srcOrd="0" destOrd="0" parTransId="{E2616D24-0C81-4F6E-887D-35C5CF68E3D0}" sibTransId="{889717EE-DDE2-4988-B352-1382E0BA1CF3}"/>
    <dgm:cxn modelId="{268E8B60-F811-475C-93EF-62B20511A08C}" type="presOf" srcId="{3C31B98F-436F-46D2-BBD7-16ED9550AE08}" destId="{A7691D43-D327-4E13-9539-BACFC9B59831}" srcOrd="0" destOrd="0" presId="urn:microsoft.com/office/officeart/2005/8/layout/orgChart1"/>
    <dgm:cxn modelId="{C8D45141-7D47-4F20-9CD5-B8EB0AFD5F49}" type="presOf" srcId="{41CF4ACA-672E-46CF-BFE6-28945D92F1A7}" destId="{80620919-AEA0-44D8-B963-749096DB4292}" srcOrd="0" destOrd="0" presId="urn:microsoft.com/office/officeart/2005/8/layout/orgChart1"/>
    <dgm:cxn modelId="{C6AE0562-FDE5-42A3-94DA-E2DA0EF484EC}" type="presOf" srcId="{16C3E8F3-E857-43B7-98A6-74A42289C345}" destId="{F6CDAD52-C50A-41B9-AC8D-379B0543B575}" srcOrd="1" destOrd="0" presId="urn:microsoft.com/office/officeart/2005/8/layout/orgChart1"/>
    <dgm:cxn modelId="{5B873642-9607-48C7-BB90-BF2F610D5F21}" type="presOf" srcId="{FEB9DA71-FA81-4994-A492-57310C3C4E1F}" destId="{C33D7DFD-08F7-4114-A454-52C8C215FA6F}" srcOrd="0" destOrd="0" presId="urn:microsoft.com/office/officeart/2005/8/layout/orgChart1"/>
    <dgm:cxn modelId="{285E7562-A052-4E85-9CE8-10255D4F7146}" srcId="{9EAB8208-EA65-4FE4-90CF-724EA0F49263}" destId="{B8735C6D-CACE-4339-9B1B-510D6E70DE63}" srcOrd="0" destOrd="0" parTransId="{B35845EF-03F0-4DFA-8ADB-C0677A7F166D}" sibTransId="{7EEDD96D-8272-42DA-B8F3-921DB086E3A9}"/>
    <dgm:cxn modelId="{4A5EE262-8F85-43BE-B5EE-B1CC7D7502C8}" type="presOf" srcId="{E21EBC76-4FF9-4BEF-82B1-C83C9DBC4959}" destId="{36DA127B-5992-4B18-A43A-10410F556A34}" srcOrd="1" destOrd="0" presId="urn:microsoft.com/office/officeart/2005/8/layout/orgChart1"/>
    <dgm:cxn modelId="{631D9E44-BCAF-4683-9937-5D5B02C2EFC0}" type="presOf" srcId="{8CB9872E-3F36-475D-ABA3-CAD5EFC3A119}" destId="{E7CDF675-98A0-4465-9BBC-1FE40248E202}" srcOrd="0" destOrd="0" presId="urn:microsoft.com/office/officeart/2005/8/layout/orgChart1"/>
    <dgm:cxn modelId="{B0ACA244-CD69-48F6-BC3A-1FB7724B3EC9}" srcId="{40D91353-E8BB-4EFA-9AA9-81047671152F}" destId="{84BC9238-9B9F-4415-AD7E-AC199CE60A50}" srcOrd="1" destOrd="0" parTransId="{85C35AA2-1273-40A7-9546-9BD37194545B}" sibTransId="{ECAE6C44-D063-4151-B5AC-CB1344BAA584}"/>
    <dgm:cxn modelId="{89488565-A889-48D0-8DB6-7ED41D92FD84}" srcId="{1ECE2C6B-0C58-422F-94AF-9B5D58529296}" destId="{62F48F81-D453-4E6E-8EB2-1458EEB98B69}" srcOrd="2" destOrd="0" parTransId="{369E92AF-6E18-4437-9C84-A303423A47AA}" sibTransId="{044CDC5D-A385-4BBD-A295-956D8C78C4AB}"/>
    <dgm:cxn modelId="{BFD9CE65-3440-4A26-BB9E-D1F79A596A05}" srcId="{4B684A12-CF5A-4D65-9CBB-8581FE62A5FF}" destId="{AD4469C6-ECBE-4C13-9CA5-CA37019CC91D}" srcOrd="4" destOrd="0" parTransId="{5E349E3D-91EB-4024-8E21-6A9140CD46E4}" sibTransId="{BA6091D6-B871-4C15-B3F1-614ABA40FBA6}"/>
    <dgm:cxn modelId="{4CF0E565-6BF0-49EC-89E0-70C674A65D56}" type="presOf" srcId="{CBC26367-C508-48C6-BDE2-2289C6403C5D}" destId="{4D808C45-9DB3-43A0-9F0D-8BB1CB15E00C}" srcOrd="0" destOrd="0" presId="urn:microsoft.com/office/officeart/2005/8/layout/orgChart1"/>
    <dgm:cxn modelId="{92CD5E66-B1B7-4034-BBBD-A0D87D95E1E0}" srcId="{3DD08362-1CD5-43D2-8B99-C18811764BAD}" destId="{6BB26C62-909B-4E5E-837B-750BD0D5373B}" srcOrd="1" destOrd="0" parTransId="{E59C5BDA-876A-4CB1-82EB-20470F14C418}" sibTransId="{98EAC5F4-7D5C-4C56-BDFD-08FE0E4B6C85}"/>
    <dgm:cxn modelId="{E95F9546-7279-426E-817E-50982BC20D6D}" type="presOf" srcId="{1C5C5E46-0B75-490D-98C4-394EE758DB53}" destId="{C43F3136-1CD2-49D8-B9D8-D4C6C4D8FEC7}" srcOrd="0" destOrd="0" presId="urn:microsoft.com/office/officeart/2005/8/layout/orgChart1"/>
    <dgm:cxn modelId="{0C80A746-DA09-4C94-98DF-A95221B53A41}" type="presOf" srcId="{93046481-4543-4939-B22D-CE6D7763A2BC}" destId="{62E4C571-EA29-47D7-B70F-DE4EB3241239}" srcOrd="0" destOrd="0" presId="urn:microsoft.com/office/officeart/2005/8/layout/orgChart1"/>
    <dgm:cxn modelId="{8F145B47-EDFA-4B27-AEB2-2DC5B61410F2}" type="presOf" srcId="{E165EE5D-9877-4795-829F-201150F2A8A9}" destId="{DC6673C2-BB83-4AEF-BE01-B49A75D21211}" srcOrd="0" destOrd="0" presId="urn:microsoft.com/office/officeart/2005/8/layout/orgChart1"/>
    <dgm:cxn modelId="{B838C567-0821-4AE6-B17C-A0E7CA42070B}" type="presOf" srcId="{3DD08362-1CD5-43D2-8B99-C18811764BAD}" destId="{1A606955-B481-4AA5-A02B-44AF2E71816A}" srcOrd="1" destOrd="0" presId="urn:microsoft.com/office/officeart/2005/8/layout/orgChart1"/>
    <dgm:cxn modelId="{D354C068-E530-4B5E-9CD5-6869C74C4239}" type="presOf" srcId="{4B684A12-CF5A-4D65-9CBB-8581FE62A5FF}" destId="{3451A8F9-42C2-42B2-9953-ED705A8C006D}" srcOrd="0" destOrd="0" presId="urn:microsoft.com/office/officeart/2005/8/layout/orgChart1"/>
    <dgm:cxn modelId="{4D9BE248-F677-4D8A-B63B-661EC8906D8D}" srcId="{4B684A12-CF5A-4D65-9CBB-8581FE62A5FF}" destId="{4356F4BD-4300-4069-80E2-5E7290D16AE2}" srcOrd="8" destOrd="0" parTransId="{1479B066-A589-40AD-B814-C1D459151975}" sibTransId="{64018ED5-6D2E-4FD7-AC6B-64F4D7631775}"/>
    <dgm:cxn modelId="{26AB3049-56B8-4755-8ED3-48C141EA3F00}" type="presOf" srcId="{EC3BE789-1BDA-4BD9-9750-17B2C9053C92}" destId="{5C41053D-0777-4496-848D-B2688750CFCA}" srcOrd="0" destOrd="0" presId="urn:microsoft.com/office/officeart/2005/8/layout/orgChart1"/>
    <dgm:cxn modelId="{80305349-E657-4CD2-A566-6E069D904474}" type="presOf" srcId="{5DE54939-D99A-45DA-9E9E-0894F92AF7CE}" destId="{AF06348A-DEB3-43E0-9631-D4E344BD6E2B}" srcOrd="0" destOrd="0" presId="urn:microsoft.com/office/officeart/2005/8/layout/orgChart1"/>
    <dgm:cxn modelId="{6FBE8849-F0B1-49E9-9F0F-644E53F9B2F4}" type="presOf" srcId="{9EAB8208-EA65-4FE4-90CF-724EA0F49263}" destId="{2F537B09-B3E4-4784-8840-3164DFA80CC5}" srcOrd="0" destOrd="0" presId="urn:microsoft.com/office/officeart/2005/8/layout/orgChart1"/>
    <dgm:cxn modelId="{648FF369-A8CF-496B-952D-B52BFFBD4316}" type="presOf" srcId="{CF4E0A5E-0C0D-4A6B-82DE-33A61A87EFDB}" destId="{CF935018-B173-46FF-BB51-1E03CBFA254B}" srcOrd="0" destOrd="0" presId="urn:microsoft.com/office/officeart/2005/8/layout/orgChart1"/>
    <dgm:cxn modelId="{581D3C6A-B9E8-4BAD-B0D0-4F5D9659FE34}" type="presOf" srcId="{1ECE2C6B-0C58-422F-94AF-9B5D58529296}" destId="{451EB3B8-49F2-4A2D-928F-910871807CB2}" srcOrd="1" destOrd="0" presId="urn:microsoft.com/office/officeart/2005/8/layout/orgChart1"/>
    <dgm:cxn modelId="{CA6C336B-74F0-4903-85E7-5793C7331833}" srcId="{4B684A12-CF5A-4D65-9CBB-8581FE62A5FF}" destId="{7080067C-5CF8-4AF5-9C7B-54781A1BC873}" srcOrd="9" destOrd="0" parTransId="{9680E4A5-9C3A-4203-869E-CF630236CAD4}" sibTransId="{9639B4B6-BFA0-4E9C-B5DB-D04328A8FDEA}"/>
    <dgm:cxn modelId="{4940536B-5300-4932-B605-70CD59AAEF15}" type="presOf" srcId="{19C80E08-7B44-4D3E-B2E9-66DFBF01F850}" destId="{7BD28B1D-93CF-49EB-9A07-69136E106717}" srcOrd="0" destOrd="0" presId="urn:microsoft.com/office/officeart/2005/8/layout/orgChart1"/>
    <dgm:cxn modelId="{3024FE6D-156D-4BBB-BE41-0F6DF818803C}" srcId="{3DD08362-1CD5-43D2-8B99-C18811764BAD}" destId="{C54E7E19-A3C9-4341-990B-2839F05445ED}" srcOrd="0" destOrd="0" parTransId="{422B081E-22B4-4583-9A10-B11C691FA1EE}" sibTransId="{4A36E535-1C39-49A0-AB05-6C1244205133}"/>
    <dgm:cxn modelId="{407DFE4E-19B1-4718-A7F5-894191FE9535}" type="presOf" srcId="{84BC9238-9B9F-4415-AD7E-AC199CE60A50}" destId="{6C7B74F0-F8D9-4669-9D4E-5F1E8543119A}" srcOrd="0" destOrd="0" presId="urn:microsoft.com/office/officeart/2005/8/layout/orgChart1"/>
    <dgm:cxn modelId="{5B7D9F6F-CDA6-4BD7-B252-0DFDDD98CE23}" srcId="{4B684A12-CF5A-4D65-9CBB-8581FE62A5FF}" destId="{BCEAE783-E1A5-4980-AD3B-B25A48935938}" srcOrd="1" destOrd="0" parTransId="{CD8571BE-8823-491E-9A8B-AAD4EDDF421D}" sibTransId="{DB8A8CD2-6AD5-4F85-9372-423DE2BF8320}"/>
    <dgm:cxn modelId="{6FEBAB6F-924C-4C0C-A13A-F10379FF93FA}" srcId="{766C6A92-94FA-4AD5-9E61-F13BAB7AD60A}" destId="{3DD08362-1CD5-43D2-8B99-C18811764BAD}" srcOrd="1" destOrd="0" parTransId="{CD580026-98A8-405C-8089-E62568E57613}" sibTransId="{7AAAC3A7-00CA-42CC-996C-C2C65CDB9B9E}"/>
    <dgm:cxn modelId="{2E3F2B71-619B-4403-B8F8-A8A6EBCC54D5}" srcId="{4B684A12-CF5A-4D65-9CBB-8581FE62A5FF}" destId="{E21EBC76-4FF9-4BEF-82B1-C83C9DBC4959}" srcOrd="13" destOrd="0" parTransId="{75670877-000B-4828-9F99-1ED768959B88}" sibTransId="{E79292DC-D2B1-4B4D-853D-CCD0F34C4BE2}"/>
    <dgm:cxn modelId="{3DE14C51-5CD2-440F-85ED-BD6122C4F308}" type="presOf" srcId="{5E4B8A2A-2B34-486F-832A-8F2847CB07AA}" destId="{F0329064-EC6D-4FE2-9FC1-CE7C83E36737}" srcOrd="0" destOrd="0" presId="urn:microsoft.com/office/officeart/2005/8/layout/orgChart1"/>
    <dgm:cxn modelId="{3D939852-B42B-489B-8ACD-1F332138E02A}" type="presOf" srcId="{99A3DA22-FB73-496E-AA8C-D3D7098F72EA}" destId="{2371486D-EFDF-4545-BCF6-77F34AA90823}" srcOrd="1" destOrd="0" presId="urn:microsoft.com/office/officeart/2005/8/layout/orgChart1"/>
    <dgm:cxn modelId="{CAC7F072-7D64-4063-9BF1-0E2BFD2F06CF}" srcId="{1E0E5B10-4603-49E5-A2D9-1BD68CD66467}" destId="{9881C259-CA63-484C-911A-739643CE7E57}" srcOrd="1" destOrd="0" parTransId="{70413013-57F8-4BB7-9CC2-4EE77AE54DD0}" sibTransId="{53DCF722-7D86-4DAE-8BF0-DE11C10442DC}"/>
    <dgm:cxn modelId="{30871754-B955-45BD-9461-2991D7CB7513}" type="presOf" srcId="{1488D63C-E5FF-4FE2-BAAF-3A206D284C2B}" destId="{2045021C-5F50-43E7-A26F-2E68B615F4C0}" srcOrd="0" destOrd="0" presId="urn:microsoft.com/office/officeart/2005/8/layout/orgChart1"/>
    <dgm:cxn modelId="{7F6B3274-19B9-428B-AE8F-10DCF8271CF4}" type="presOf" srcId="{BBA5FC78-244A-4877-B557-6B2E273D2C18}" destId="{048BC32F-580E-412C-8906-E961C6A0E9F7}" srcOrd="0" destOrd="0" presId="urn:microsoft.com/office/officeart/2005/8/layout/orgChart1"/>
    <dgm:cxn modelId="{5CBCCF74-3D2D-4931-A14F-765D8F5713BE}" type="presOf" srcId="{7FF934FD-CE66-4EC6-A282-076B5AF03441}" destId="{192D31DF-3F50-4D0D-BA32-E78BD74DE300}" srcOrd="0" destOrd="0" presId="urn:microsoft.com/office/officeart/2005/8/layout/orgChart1"/>
    <dgm:cxn modelId="{6060D254-A4B4-4C5D-A695-2DF76F43027F}" type="presOf" srcId="{40A391D4-FFFB-4EF0-B895-BFFD7386E0F6}" destId="{40A89B31-9CD2-47B5-A41F-0A76A588F0A6}" srcOrd="1" destOrd="0" presId="urn:microsoft.com/office/officeart/2005/8/layout/orgChart1"/>
    <dgm:cxn modelId="{3C3EB475-81B5-4B55-A368-0B083A8354A3}" type="presOf" srcId="{766C6A92-94FA-4AD5-9E61-F13BAB7AD60A}" destId="{591F4A7D-06EE-44D7-B9E8-BA3CEC94A20F}" srcOrd="1" destOrd="0" presId="urn:microsoft.com/office/officeart/2005/8/layout/orgChart1"/>
    <dgm:cxn modelId="{2C58D056-FF11-4846-A550-A9B2E7989867}" type="presOf" srcId="{FEB9DA71-FA81-4994-A492-57310C3C4E1F}" destId="{6BE3CF9D-BE9D-439A-BA05-F446F60A4169}" srcOrd="1" destOrd="0" presId="urn:microsoft.com/office/officeart/2005/8/layout/orgChart1"/>
    <dgm:cxn modelId="{722EE756-6045-47E5-ABD8-57D7C6CC9519}" type="presOf" srcId="{A21CAB36-8DBA-498C-8265-487A8AAF91F3}" destId="{4DD3D626-91BB-490F-9108-18A9214D9EE2}" srcOrd="0" destOrd="0" presId="urn:microsoft.com/office/officeart/2005/8/layout/orgChart1"/>
    <dgm:cxn modelId="{E8E88357-4320-4955-A1A0-EA3DEF5B3FEE}" type="presOf" srcId="{3C1E4AF5-5A8D-4797-8E06-79D4CB6FC6C8}" destId="{BF6FA832-1647-4387-AB6D-12B7840308D2}" srcOrd="1" destOrd="0" presId="urn:microsoft.com/office/officeart/2005/8/layout/orgChart1"/>
    <dgm:cxn modelId="{9120E857-F376-4572-8C80-ADC717ECAE86}" type="presOf" srcId="{A6335261-6133-489C-987C-CE390FFF62C4}" destId="{7AE8D7A2-475D-440A-B8BE-B097CD173F6C}" srcOrd="0" destOrd="0" presId="urn:microsoft.com/office/officeart/2005/8/layout/orgChart1"/>
    <dgm:cxn modelId="{EFABFF77-A2B3-44D9-AAEB-4EAAF8D2A867}" type="presOf" srcId="{CD8571BE-8823-491E-9A8B-AAD4EDDF421D}" destId="{91A9DA77-992E-402A-AF82-113DCDCA17DF}" srcOrd="0" destOrd="0" presId="urn:microsoft.com/office/officeart/2005/8/layout/orgChart1"/>
    <dgm:cxn modelId="{F5850958-5070-414A-B99F-9DC1E58F43D6}" type="presOf" srcId="{17310ED7-9D8B-4629-B39C-6896E7D7AB40}" destId="{7D33BE54-71C5-433C-9381-03342A574AF5}" srcOrd="0" destOrd="0" presId="urn:microsoft.com/office/officeart/2005/8/layout/orgChart1"/>
    <dgm:cxn modelId="{691BCE58-E21D-464A-94D7-FBFF97C5F2EC}" type="presOf" srcId="{C60669A4-0ED8-406D-9898-B8719B29F926}" destId="{1411F92D-11B8-485E-BD22-84A620EE9BB8}" srcOrd="0" destOrd="0" presId="urn:microsoft.com/office/officeart/2005/8/layout/orgChart1"/>
    <dgm:cxn modelId="{78E3F178-D7F2-43A5-892B-BE50C6B0A44D}" type="presOf" srcId="{3D9FF747-E125-4234-AB5E-BD18D5F58123}" destId="{FDD9EAEA-F969-4882-AF51-6515319C1FD0}" srcOrd="1" destOrd="0" presId="urn:microsoft.com/office/officeart/2005/8/layout/orgChart1"/>
    <dgm:cxn modelId="{8305F958-B69C-4FEA-989E-F9BD8FB7D108}" srcId="{16C3E8F3-E857-43B7-98A6-74A42289C345}" destId="{AB44CDFA-8F1B-4CB5-B083-7624C9F271D2}" srcOrd="1" destOrd="0" parTransId="{30384F73-6583-46E9-9A18-C764AE4D2851}" sibTransId="{91B4FCF1-B520-44AD-989D-4FC418B7EC32}"/>
    <dgm:cxn modelId="{1BB7BC79-7D14-40B0-80A9-E2BA1528E67C}" srcId="{3DD08362-1CD5-43D2-8B99-C18811764BAD}" destId="{1C5C5E46-0B75-490D-98C4-394EE758DB53}" srcOrd="4" destOrd="0" parTransId="{CF4E0A5E-0C0D-4A6B-82DE-33A61A87EFDB}" sibTransId="{3F452E67-1F93-41AC-84D2-BAA799098A23}"/>
    <dgm:cxn modelId="{83DFDE59-EA8B-4697-A2C1-2643A34AC9BF}" type="presOf" srcId="{1C5C5E46-0B75-490D-98C4-394EE758DB53}" destId="{4AEF1E3B-B914-4EA3-A311-8AE3A1B10CF7}" srcOrd="1" destOrd="0" presId="urn:microsoft.com/office/officeart/2005/8/layout/orgChart1"/>
    <dgm:cxn modelId="{E024417A-713D-4E0C-B7F9-07DE710AC138}" srcId="{4B684A12-CF5A-4D65-9CBB-8581FE62A5FF}" destId="{D7F561EE-364F-41BB-BB46-DF2899788B30}" srcOrd="5" destOrd="0" parTransId="{478DA78B-D5FA-4FB0-A9F4-FF938DBC30E7}" sibTransId="{E986E479-E929-4077-B2DD-BD196187B0B9}"/>
    <dgm:cxn modelId="{6DC30B7B-FB0E-4952-9B38-FF95C4FBBC3D}" type="presOf" srcId="{75670877-000B-4828-9F99-1ED768959B88}" destId="{513C8056-3736-4D19-8AA7-52FBE09BF4E4}" srcOrd="0" destOrd="0" presId="urn:microsoft.com/office/officeart/2005/8/layout/orgChart1"/>
    <dgm:cxn modelId="{3BDD8E7C-FC54-4B46-9B82-3C28C0F9BB5E}" srcId="{1ECE2C6B-0C58-422F-94AF-9B5D58529296}" destId="{1488D63C-E5FF-4FE2-BAAF-3A206D284C2B}" srcOrd="3" destOrd="0" parTransId="{6EE6C0FC-B936-40AF-838D-7E4BD52A4A17}" sibTransId="{9C0133D1-8451-4B5C-973B-AE383D93CA5E}"/>
    <dgm:cxn modelId="{5A39927F-A07B-45D8-A761-094CCE1594C4}" type="presOf" srcId="{7A228164-D744-403B-B23F-CA73B38B60AE}" destId="{0A94FF5B-4CFC-4873-A529-F16518F14454}" srcOrd="0" destOrd="0" presId="urn:microsoft.com/office/officeart/2005/8/layout/orgChart1"/>
    <dgm:cxn modelId="{52729A81-28D1-4BD2-884D-DE724CB947FE}" type="presOf" srcId="{45365EFB-3AE3-4A56-96FA-053F9FE87209}" destId="{0681D108-5669-4D71-B38C-D48BF1B79F90}" srcOrd="1" destOrd="0" presId="urn:microsoft.com/office/officeart/2005/8/layout/orgChart1"/>
    <dgm:cxn modelId="{DE8DBE82-37D8-4428-BD7C-F47165FEDBD2}" srcId="{766C6A92-94FA-4AD5-9E61-F13BAB7AD60A}" destId="{CBC26367-C508-48C6-BDE2-2289C6403C5D}" srcOrd="2" destOrd="0" parTransId="{F8C3C700-E9B9-4DCE-B674-E766422DB52F}" sibTransId="{F1801F78-A983-43A3-B68B-3DD0FDF51022}"/>
    <dgm:cxn modelId="{A31B8C85-119E-4DBA-8C73-CEAFC29887F9}" type="presOf" srcId="{AD4469C6-ECBE-4C13-9CA5-CA37019CC91D}" destId="{4F12538B-B358-4C7C-AE35-3B7B9F04794B}" srcOrd="0" destOrd="0" presId="urn:microsoft.com/office/officeart/2005/8/layout/orgChart1"/>
    <dgm:cxn modelId="{A0AB1987-E05D-41DD-B2D1-CCC9ECD0856A}" type="presOf" srcId="{E59C5BDA-876A-4CB1-82EB-20470F14C418}" destId="{98A18220-A307-4ACC-B0A9-C806AE9ACF24}" srcOrd="0" destOrd="0" presId="urn:microsoft.com/office/officeart/2005/8/layout/orgChart1"/>
    <dgm:cxn modelId="{B4303A88-3BDD-4F25-8DC1-FD5C0E8AC0D8}" srcId="{3DD08362-1CD5-43D2-8B99-C18811764BAD}" destId="{C8B0134D-25D4-40DE-9294-A8B1036E5130}" srcOrd="3" destOrd="0" parTransId="{8CB9872E-3F36-475D-ABA3-CAD5EFC3A119}" sibTransId="{1D46C70D-6A7F-4DC2-AC55-93B9CB7CCA80}"/>
    <dgm:cxn modelId="{5298C888-8B9D-4FA6-8F58-BE253900C0FB}" type="presOf" srcId="{957AE1B1-065A-44EC-A454-6F4331B59669}" destId="{8E3A5602-10DC-4C25-B796-CBE599822D38}" srcOrd="0" destOrd="0" presId="urn:microsoft.com/office/officeart/2005/8/layout/orgChart1"/>
    <dgm:cxn modelId="{6509A88A-6218-4390-8A26-BA04288E0AA7}" type="presOf" srcId="{CBFBEA91-81CC-4EBB-A9F0-03A080ADA66F}" destId="{697D5A0F-6230-4016-B7DC-050425BA957B}" srcOrd="0" destOrd="0" presId="urn:microsoft.com/office/officeart/2005/8/layout/orgChart1"/>
    <dgm:cxn modelId="{4ACC568C-FCFE-4279-A81C-4467AB0A3FDE}" srcId="{1E0E5B10-4603-49E5-A2D9-1BD68CD66467}" destId="{3D9FF747-E125-4234-AB5E-BD18D5F58123}" srcOrd="3" destOrd="0" parTransId="{D6E87735-B932-4677-B90A-6973A78681E0}" sibTransId="{D09CFEF9-5860-426C-8643-4F2E28B382E4}"/>
    <dgm:cxn modelId="{ADAB8E8D-99A7-46BC-ACAC-FA5C52FF7CD1}" type="presOf" srcId="{B8BDE9AC-A0AF-4F2F-B8C4-8132BB33F125}" destId="{2953B7DC-80FE-4F3B-B03D-148C18ACDF60}" srcOrd="1" destOrd="0" presId="urn:microsoft.com/office/officeart/2005/8/layout/orgChart1"/>
    <dgm:cxn modelId="{EDC0BD8F-DA5F-40D9-9FDE-524C7108BA31}" type="presOf" srcId="{295E4A73-5A7E-4BA9-A4D0-EF9AC5DB46DB}" destId="{39262C73-CA99-47B8-B4E8-B48737AF0EF4}" srcOrd="0" destOrd="0" presId="urn:microsoft.com/office/officeart/2005/8/layout/orgChart1"/>
    <dgm:cxn modelId="{30444190-0BFB-4BE4-964B-22C9A17AB990}" type="presOf" srcId="{4A8125C9-2F6A-4989-83CD-DE7EBF8416F6}" destId="{3D267D78-BFB4-43E0-B103-AC2C7F5A34E8}" srcOrd="0" destOrd="0" presId="urn:microsoft.com/office/officeart/2005/8/layout/orgChart1"/>
    <dgm:cxn modelId="{07BD0591-F158-4D90-B8F0-B200A83E63BD}" type="presOf" srcId="{C7D99490-53EE-477C-BB83-900BE1A6EAB5}" destId="{4BE99D80-54B7-451D-893D-38EF429C2951}" srcOrd="0" destOrd="0" presId="urn:microsoft.com/office/officeart/2005/8/layout/orgChart1"/>
    <dgm:cxn modelId="{03626A93-6081-4D34-BAB1-318FB6A885C0}" type="presOf" srcId="{C54E7E19-A3C9-4341-990B-2839F05445ED}" destId="{1606FBB5-838D-4B63-B4F5-6ACFF301896C}" srcOrd="0" destOrd="0" presId="urn:microsoft.com/office/officeart/2005/8/layout/orgChart1"/>
    <dgm:cxn modelId="{096F7F94-627D-4BA6-82BF-745FFF265319}" type="presOf" srcId="{4715F989-E7F7-4D7B-AF3C-94D6A3CC460A}" destId="{F64C01D9-4233-4644-A54E-2F3086717D93}" srcOrd="0" destOrd="0" presId="urn:microsoft.com/office/officeart/2005/8/layout/orgChart1"/>
    <dgm:cxn modelId="{F9449D94-8880-44E2-8591-6CC2559DD70E}" type="presOf" srcId="{70413013-57F8-4BB7-9CC2-4EE77AE54DD0}" destId="{BDC229DC-0462-4111-A9C3-D81FBABD3918}" srcOrd="0" destOrd="0" presId="urn:microsoft.com/office/officeart/2005/8/layout/orgChart1"/>
    <dgm:cxn modelId="{DF12FA94-8114-48AF-8F14-681F1B2DB051}" type="presOf" srcId="{295E4A73-5A7E-4BA9-A4D0-EF9AC5DB46DB}" destId="{3E32DC68-748D-4B92-B93D-B3123BFE1E8E}" srcOrd="1" destOrd="0" presId="urn:microsoft.com/office/officeart/2005/8/layout/orgChart1"/>
    <dgm:cxn modelId="{565A9395-D5BD-4054-8B09-60484585880D}" type="presOf" srcId="{1E0E5B10-4603-49E5-A2D9-1BD68CD66467}" destId="{731FAA8E-F4BC-4DF8-B667-8FC153715DD7}" srcOrd="1" destOrd="0" presId="urn:microsoft.com/office/officeart/2005/8/layout/orgChart1"/>
    <dgm:cxn modelId="{3B5EB296-9470-49BB-BBCC-4EF389071276}" type="presOf" srcId="{1488D63C-E5FF-4FE2-BAAF-3A206D284C2B}" destId="{EFF0C068-04BF-424F-B260-C095C3E16DC1}" srcOrd="1" destOrd="0" presId="urn:microsoft.com/office/officeart/2005/8/layout/orgChart1"/>
    <dgm:cxn modelId="{4046D197-1493-4D2C-BF0A-16B41A2CAA1D}" type="presOf" srcId="{408F195F-A2B2-46E5-BEBB-D2D1DE28B154}" destId="{0F7C9B8C-9FF8-4508-85C3-F1E5ABA46203}" srcOrd="0" destOrd="0" presId="urn:microsoft.com/office/officeart/2005/8/layout/orgChart1"/>
    <dgm:cxn modelId="{9BEF2C98-C1C3-4990-A365-3BCA5D361242}" srcId="{4B684A12-CF5A-4D65-9CBB-8581FE62A5FF}" destId="{80D64AF4-D55B-417B-A608-C430AF48AD41}" srcOrd="6" destOrd="0" parTransId="{5E2D37DD-0D74-4AB8-BA02-6FC3237FC5DC}" sibTransId="{3786B161-7916-4B74-8573-503E9C8BE647}"/>
    <dgm:cxn modelId="{53A5489C-A9AB-448C-832B-9668649217F4}" type="presOf" srcId="{41CF4ACA-672E-46CF-BFE6-28945D92F1A7}" destId="{73B99D64-AC00-4600-96DC-A194C40A3A22}" srcOrd="1" destOrd="0" presId="urn:microsoft.com/office/officeart/2005/8/layout/orgChart1"/>
    <dgm:cxn modelId="{E7CA9D9C-A915-48BE-B2DD-C824580EB889}" type="presOf" srcId="{EC3BE789-1BDA-4BD9-9750-17B2C9053C92}" destId="{0C1C3C28-F62F-437F-B68A-F7842830E8F6}" srcOrd="1" destOrd="0" presId="urn:microsoft.com/office/officeart/2005/8/layout/orgChart1"/>
    <dgm:cxn modelId="{5CE8519D-2D5C-4EF4-BCDC-D0A13FDFBB1D}" type="presOf" srcId="{93D12AE6-14CE-4135-984C-061EE745FE47}" destId="{99605D70-0BE0-486F-9896-D635F95885CF}" srcOrd="1" destOrd="0" presId="urn:microsoft.com/office/officeart/2005/8/layout/orgChart1"/>
    <dgm:cxn modelId="{256DB6A0-4E0F-43DC-B81A-C8DC3126BDD2}" type="presOf" srcId="{7080067C-5CF8-4AF5-9C7B-54781A1BC873}" destId="{03611B4E-A7AC-4795-B78E-475546EB12B9}" srcOrd="0" destOrd="0" presId="urn:microsoft.com/office/officeart/2005/8/layout/orgChart1"/>
    <dgm:cxn modelId="{4A8EBDA0-1F90-46BF-A94B-6253298211A0}" type="presOf" srcId="{B954C91C-FD9D-4C5D-B097-C3C5FB981E1B}" destId="{3C490C04-D3F3-481F-AD0A-8EFC2B32250A}" srcOrd="0" destOrd="0" presId="urn:microsoft.com/office/officeart/2005/8/layout/orgChart1"/>
    <dgm:cxn modelId="{4EB2C3A1-C5B6-48E1-973E-CCE26BC1D780}" srcId="{4B684A12-CF5A-4D65-9CBB-8581FE62A5FF}" destId="{C7D99490-53EE-477C-BB83-900BE1A6EAB5}" srcOrd="14" destOrd="0" parTransId="{928889B6-5E33-4D93-BF48-337B2F58A652}" sibTransId="{D3FE131E-9F7D-442F-B1AF-43222420343F}"/>
    <dgm:cxn modelId="{7ED73BA8-5902-4CE8-9A1F-FDAEBF1C9097}" type="presOf" srcId="{5E349E3D-91EB-4024-8E21-6A9140CD46E4}" destId="{99C48BAC-160C-4856-A1C7-D43A1C718624}" srcOrd="0" destOrd="0" presId="urn:microsoft.com/office/officeart/2005/8/layout/orgChart1"/>
    <dgm:cxn modelId="{3C1E8BAB-55B8-4F70-94CE-B2BD19F9879B}" type="presOf" srcId="{99A3DA22-FB73-496E-AA8C-D3D7098F72EA}" destId="{4704A6A1-708D-499D-875B-F0869293C3E8}" srcOrd="0" destOrd="0" presId="urn:microsoft.com/office/officeart/2005/8/layout/orgChart1"/>
    <dgm:cxn modelId="{C530EFAC-9C64-4245-866E-B54B5CC7A185}" type="presOf" srcId="{7EB172F4-C873-4993-8066-00C90461E2EE}" destId="{736A9559-E7FC-4AF1-A4A0-13890907224D}" srcOrd="0" destOrd="0" presId="urn:microsoft.com/office/officeart/2005/8/layout/orgChart1"/>
    <dgm:cxn modelId="{B8F8B7AD-898E-4866-AC67-96FC817E8FF2}" type="presOf" srcId="{A17D3329-8E3B-4FAB-BE98-2732635C0118}" destId="{401A8659-6795-4B0E-B59E-2F99D6E64AB9}" srcOrd="1" destOrd="0" presId="urn:microsoft.com/office/officeart/2005/8/layout/orgChart1"/>
    <dgm:cxn modelId="{9A0203B2-F10F-42C9-9044-7CF08DD5B20A}" type="presOf" srcId="{C8B0134D-25D4-40DE-9294-A8B1036E5130}" destId="{B1CE9002-A304-47A8-BF54-4F99922EBF2D}" srcOrd="0" destOrd="0" presId="urn:microsoft.com/office/officeart/2005/8/layout/orgChart1"/>
    <dgm:cxn modelId="{287D17B5-0695-4873-BDB1-810288320CF6}" type="presOf" srcId="{3AA83E9A-732B-437B-BFAC-61B38FC3BE5E}" destId="{1F354998-CF66-4807-91D7-2CBB479FB822}" srcOrd="0" destOrd="0" presId="urn:microsoft.com/office/officeart/2005/8/layout/orgChart1"/>
    <dgm:cxn modelId="{C711A8B5-E837-4E15-B62E-147B590FA4C3}" srcId="{4B684A12-CF5A-4D65-9CBB-8581FE62A5FF}" destId="{6C4A8610-B9F4-4986-8D1E-3BDEF6FED1C7}" srcOrd="15" destOrd="0" parTransId="{93046481-4543-4939-B22D-CE6D7763A2BC}" sibTransId="{A6696552-9F34-486C-BD1F-2D1A7E498745}"/>
    <dgm:cxn modelId="{FE42CEB5-D83D-4BD1-8E97-8DDBC1B2E3E0}" type="presOf" srcId="{1ECE2C6B-0C58-422F-94AF-9B5D58529296}" destId="{1C502AC9-2C0F-44B7-B76A-DFE2106E7865}" srcOrd="0" destOrd="0" presId="urn:microsoft.com/office/officeart/2005/8/layout/orgChart1"/>
    <dgm:cxn modelId="{5A292EB6-851A-4FBA-B038-35036E314C10}" type="presOf" srcId="{84BC9238-9B9F-4415-AD7E-AC199CE60A50}" destId="{5ED4BD9D-356A-4034-825A-A2711943F77C}" srcOrd="1" destOrd="0" presId="urn:microsoft.com/office/officeart/2005/8/layout/orgChart1"/>
    <dgm:cxn modelId="{84FB12B8-DCEA-4AA3-88F2-E96508EC5811}" type="presOf" srcId="{40A391D4-FFFB-4EF0-B895-BFFD7386E0F6}" destId="{F2AE0978-41DB-4A22-900D-FE408B59B491}" srcOrd="0" destOrd="0" presId="urn:microsoft.com/office/officeart/2005/8/layout/orgChart1"/>
    <dgm:cxn modelId="{892E31B8-F36E-4822-9054-C84CDA4E3EAE}" type="presOf" srcId="{4356F4BD-4300-4069-80E2-5E7290D16AE2}" destId="{4A13CD45-B244-4BE7-B56A-A5C8B81AA590}" srcOrd="1" destOrd="0" presId="urn:microsoft.com/office/officeart/2005/8/layout/orgChart1"/>
    <dgm:cxn modelId="{F8B2CFB8-CE56-4451-97B5-C95B8C560A7C}" type="presOf" srcId="{B8735C6D-CACE-4339-9B1B-510D6E70DE63}" destId="{5817A5CA-926A-4A9B-8D24-C9C8CC0515C7}" srcOrd="0" destOrd="0" presId="urn:microsoft.com/office/officeart/2005/8/layout/orgChart1"/>
    <dgm:cxn modelId="{680D0CB9-5E0D-4CBA-962F-2E1EC0F260F3}" type="presOf" srcId="{D4825590-3148-4CC3-9196-7B72EE201230}" destId="{A6980431-966C-4EA9-A350-8445376672CF}" srcOrd="0" destOrd="0" presId="urn:microsoft.com/office/officeart/2005/8/layout/orgChart1"/>
    <dgm:cxn modelId="{9F9ECCBA-E934-44DD-884B-749B3BDEE917}" type="presOf" srcId="{CBFBEA91-81CC-4EBB-A9F0-03A080ADA66F}" destId="{47417868-898E-429D-80FE-07F31D5A9B89}" srcOrd="1" destOrd="0" presId="urn:microsoft.com/office/officeart/2005/8/layout/orgChart1"/>
    <dgm:cxn modelId="{355D0BBC-47CD-4C9B-BA78-C880A0494873}" type="presOf" srcId="{6C4A8610-B9F4-4986-8D1E-3BDEF6FED1C7}" destId="{B5CF2221-412F-4245-A9CE-A321D7C58D33}" srcOrd="0" destOrd="0" presId="urn:microsoft.com/office/officeart/2005/8/layout/orgChart1"/>
    <dgm:cxn modelId="{18014BBC-AE8D-4AD9-87B5-DAEB376621A9}" type="presOf" srcId="{55F75637-446B-47A9-9042-297BCF8A7297}" destId="{E1389432-4AB3-4629-9F87-9CD5D2E72AAD}" srcOrd="0" destOrd="0" presId="urn:microsoft.com/office/officeart/2005/8/layout/orgChart1"/>
    <dgm:cxn modelId="{AAF5BFBC-DF80-4A7B-9C4F-773A0A01B47F}" type="presOf" srcId="{B35D0BCE-1593-4188-BC21-A41FE6B88330}" destId="{1E8A07BC-6126-49E8-B75B-D9B6E9D6EA99}" srcOrd="0" destOrd="0" presId="urn:microsoft.com/office/officeart/2005/8/layout/orgChart1"/>
    <dgm:cxn modelId="{CFEB6DBF-FF90-4650-A02F-DA0E5C7FBCB5}" type="presOf" srcId="{CF19684F-0241-4E80-B39C-F046E9ADCEAC}" destId="{E36F0F79-F3F7-49E1-8338-F57BBF1F5F98}" srcOrd="0" destOrd="0" presId="urn:microsoft.com/office/officeart/2005/8/layout/orgChart1"/>
    <dgm:cxn modelId="{C66FB4BF-6D3E-45C2-9837-BB0C7DFC21EB}" type="presOf" srcId="{C7D99490-53EE-477C-BB83-900BE1A6EAB5}" destId="{2D8B4CE3-5F64-4356-BBB0-FA2F6F646873}" srcOrd="1" destOrd="0" presId="urn:microsoft.com/office/officeart/2005/8/layout/orgChart1"/>
    <dgm:cxn modelId="{824C9FC1-5CD2-4B82-B0FC-8CB17E02DA74}" type="presOf" srcId="{AB44CDFA-8F1B-4CB5-B083-7624C9F271D2}" destId="{3DBC93A4-0883-45A0-AB76-42DEA798BD64}" srcOrd="0" destOrd="0" presId="urn:microsoft.com/office/officeart/2005/8/layout/orgChart1"/>
    <dgm:cxn modelId="{1E16DCC1-1B33-43CF-B6E4-965CF5E0839C}" type="presOf" srcId="{3DD08362-1CD5-43D2-8B99-C18811764BAD}" destId="{6095E621-399C-4331-B631-85D724BB9BEA}" srcOrd="0" destOrd="0" presId="urn:microsoft.com/office/officeart/2005/8/layout/orgChart1"/>
    <dgm:cxn modelId="{BE6412C2-E82F-46F4-9945-EAA3A2F9DD12}" type="presOf" srcId="{369E92AF-6E18-4437-9C84-A303423A47AA}" destId="{C436A365-A1D4-477A-8343-4B34057EACD0}" srcOrd="0" destOrd="0" presId="urn:microsoft.com/office/officeart/2005/8/layout/orgChart1"/>
    <dgm:cxn modelId="{6F63BBC2-4F6E-4E74-B780-6E9A10EDD82A}" type="presOf" srcId="{45365EFB-3AE3-4A56-96FA-053F9FE87209}" destId="{3F2DF6B6-2EEA-46D0-87C7-AF2549BC5DFD}" srcOrd="0" destOrd="0" presId="urn:microsoft.com/office/officeart/2005/8/layout/orgChart1"/>
    <dgm:cxn modelId="{615787C3-4575-42AF-A946-FFED276BA58C}" srcId="{AB44CDFA-8F1B-4CB5-B083-7624C9F271D2}" destId="{40D91353-E8BB-4EFA-9AA9-81047671152F}" srcOrd="0" destOrd="0" parTransId="{CF19684F-0241-4E80-B39C-F046E9ADCEAC}" sibTransId="{CE0F9940-33AC-4B53-B0C2-C19BF89FAF9D}"/>
    <dgm:cxn modelId="{5AABF4C3-5F0D-42A5-B9D7-660B3474CD8A}" type="presOf" srcId="{BCEAE783-E1A5-4980-AD3B-B25A48935938}" destId="{25F20F6E-12D1-4346-B76C-76FA240A33A5}" srcOrd="1" destOrd="0" presId="urn:microsoft.com/office/officeart/2005/8/layout/orgChart1"/>
    <dgm:cxn modelId="{7A0A7DC5-B9A9-463E-A090-B16D6FD42FF4}" type="presOf" srcId="{80D64AF4-D55B-417B-A608-C430AF48AD41}" destId="{8ABB2A5F-9B79-48B2-AD66-FBBEF2878416}" srcOrd="1" destOrd="0" presId="urn:microsoft.com/office/officeart/2005/8/layout/orgChart1"/>
    <dgm:cxn modelId="{FAFC39C7-534D-4731-818B-134FED551A97}" srcId="{1E0E5B10-4603-49E5-A2D9-1BD68CD66467}" destId="{40A391D4-FFFB-4EF0-B895-BFFD7386E0F6}" srcOrd="0" destOrd="0" parTransId="{8E7E7A18-AEF5-401B-B218-5E05B1190D56}" sibTransId="{2BB95577-4876-4E44-8AE4-D559EFFDCA4A}"/>
    <dgm:cxn modelId="{A586A4C7-6023-41CC-A9AD-4E17D99A33FF}" type="presOf" srcId="{C8B0134D-25D4-40DE-9294-A8B1036E5130}" destId="{56A7427C-5833-41E3-990B-B9B2A8E5E5EE}" srcOrd="1" destOrd="0" presId="urn:microsoft.com/office/officeart/2005/8/layout/orgChart1"/>
    <dgm:cxn modelId="{E5711EC8-7F4A-455B-A2FE-C1B4ED1A1794}" type="presOf" srcId="{989B9C19-CC8B-4C99-93E5-F9F741AB6B6F}" destId="{E0FF4F7E-E4C7-41C9-85EC-E753ABFC60E2}" srcOrd="0" destOrd="0" presId="urn:microsoft.com/office/officeart/2005/8/layout/orgChart1"/>
    <dgm:cxn modelId="{4D5A26C8-42C3-4866-B616-98E2F2DE15D9}" type="presOf" srcId="{D7F561EE-364F-41BB-BB46-DF2899788B30}" destId="{9AFB6499-707A-45E6-A33C-3414E60B1809}" srcOrd="1" destOrd="0" presId="urn:microsoft.com/office/officeart/2005/8/layout/orgChart1"/>
    <dgm:cxn modelId="{325A2EC8-5AB0-4877-8BDE-B4DFEC57A1F9}" srcId="{40D91353-E8BB-4EFA-9AA9-81047671152F}" destId="{17310ED7-9D8B-4629-B39C-6896E7D7AB40}" srcOrd="2" destOrd="0" parTransId="{AE2A2394-CB9B-471F-B50C-978A3C5ACF29}" sibTransId="{88E9A85C-29A0-461C-90FF-E9BA07667948}"/>
    <dgm:cxn modelId="{FF3438C8-348F-46E5-A3A8-426D1FCF0D4B}" type="presOf" srcId="{A17D3329-8E3B-4FAB-BE98-2732635C0118}" destId="{1B3948E2-992C-4F07-9464-7DC35E039163}" srcOrd="0" destOrd="0" presId="urn:microsoft.com/office/officeart/2005/8/layout/orgChart1"/>
    <dgm:cxn modelId="{A44E75C8-7BE8-4BFA-B7B9-45608C35B17F}" srcId="{766C6A92-94FA-4AD5-9E61-F13BAB7AD60A}" destId="{1ECE2C6B-0C58-422F-94AF-9B5D58529296}" srcOrd="0" destOrd="0" parTransId="{B944F06A-6C43-4C1E-A3D0-FC7DD2BBBB4F}" sibTransId="{41B73A2C-1113-40FA-A703-78E3AA79BF00}"/>
    <dgm:cxn modelId="{29210DCA-7719-46B0-A48B-5DE01BC35424}" type="presOf" srcId="{5998F680-492D-46FF-9408-1BEC8DEE19BB}" destId="{16B84C21-B721-481E-A559-9E154E0683DD}" srcOrd="0" destOrd="0" presId="urn:microsoft.com/office/officeart/2005/8/layout/orgChart1"/>
    <dgm:cxn modelId="{F51A14CA-BB54-4280-8407-8CCEA44BFD7B}" type="presOf" srcId="{C54E7E19-A3C9-4341-990B-2839F05445ED}" destId="{A9BD80AE-A4ED-4A0B-92BB-8E9408645DD7}" srcOrd="1" destOrd="0" presId="urn:microsoft.com/office/officeart/2005/8/layout/orgChart1"/>
    <dgm:cxn modelId="{D2DCF2CA-D5EF-4810-AD73-8139049FF7DA}" type="presOf" srcId="{00FE9818-30BE-4EDE-A5E4-E952F7B0653B}" destId="{8D0FFAFD-1CC1-417D-81EB-456EDBEC2B2B}" srcOrd="1" destOrd="0" presId="urn:microsoft.com/office/officeart/2005/8/layout/orgChart1"/>
    <dgm:cxn modelId="{9FFBD3CB-F607-43B3-8E5C-B93F26B8181A}" type="presOf" srcId="{62F48F81-D453-4E6E-8EB2-1458EEB98B69}" destId="{A5A257DB-CD66-43FB-9D20-EFF2E1F98877}" srcOrd="1" destOrd="0" presId="urn:microsoft.com/office/officeart/2005/8/layout/orgChart1"/>
    <dgm:cxn modelId="{253A62CC-92D4-4B7E-9CB8-77271006C7CB}" srcId="{1E0E5B10-4603-49E5-A2D9-1BD68CD66467}" destId="{3AA83E9A-732B-437B-BFAC-61B38FC3BE5E}" srcOrd="2" destOrd="0" parTransId="{E4891BFB-C35C-4F92-A778-49C7654E9616}" sibTransId="{614BAF9F-B2FE-4DB1-8D0C-FA0CC05478E5}"/>
    <dgm:cxn modelId="{1A25C6CC-97FC-4B40-8A68-D7CBDAD7E207}" type="presOf" srcId="{E4891BFB-C35C-4F92-A778-49C7654E9616}" destId="{A16C39C0-7E87-4488-B5BD-262A6D527DAA}" srcOrd="0" destOrd="0" presId="urn:microsoft.com/office/officeart/2005/8/layout/orgChart1"/>
    <dgm:cxn modelId="{DB0A0CCD-989E-46E3-A373-AD589837D146}" srcId="{4B684A12-CF5A-4D65-9CBB-8581FE62A5FF}" destId="{CFBB0A93-1064-46C8-95CF-325E164695A7}" srcOrd="11" destOrd="0" parTransId="{4A8125C9-2F6A-4989-83CD-DE7EBF8416F6}" sibTransId="{6D351B8E-E469-4612-8F47-BE61DD3F58DE}"/>
    <dgm:cxn modelId="{39BA05CE-5B41-478A-A199-251C0F9D0316}" type="presOf" srcId="{5E2D37DD-0D74-4AB8-BA02-6FC3237FC5DC}" destId="{5619640E-3EA4-4B6A-BAE3-05B354269609}" srcOrd="0" destOrd="0" presId="urn:microsoft.com/office/officeart/2005/8/layout/orgChart1"/>
    <dgm:cxn modelId="{3C6153D0-E894-4000-AC08-3946E73F6F88}" type="presOf" srcId="{CBC26367-C508-48C6-BDE2-2289C6403C5D}" destId="{6CB9B180-5C59-4902-84A7-3F6D1D270CCE}" srcOrd="1" destOrd="0" presId="urn:microsoft.com/office/officeart/2005/8/layout/orgChart1"/>
    <dgm:cxn modelId="{C6597DD0-8AA1-44B4-B185-631EBE696EF8}" type="presOf" srcId="{4B684A12-CF5A-4D65-9CBB-8581FE62A5FF}" destId="{83385DA3-C5EF-449E-851A-2D2E7705F75E}" srcOrd="1" destOrd="0" presId="urn:microsoft.com/office/officeart/2005/8/layout/orgChart1"/>
    <dgm:cxn modelId="{EAB135D2-D0C0-482C-A17D-C71DF0AF2626}" srcId="{9EAB8208-EA65-4FE4-90CF-724EA0F49263}" destId="{EC3BE789-1BDA-4BD9-9750-17B2C9053C92}" srcOrd="1" destOrd="0" parTransId="{4391A16B-7E8D-4C1B-9F76-55556112F0DB}" sibTransId="{AF1965D1-0C21-4E42-B952-002F177B3532}"/>
    <dgm:cxn modelId="{BA54D4D6-B390-4168-839A-3A1B7CCCEC36}" srcId="{9EAB8208-EA65-4FE4-90CF-724EA0F49263}" destId="{5E4B8A2A-2B34-486F-832A-8F2847CB07AA}" srcOrd="2" destOrd="0" parTransId="{D5575961-FF08-48EA-BC1F-5093860745A8}" sibTransId="{AB98D0AD-3EA7-44E4-BBAB-982B414DDBA1}"/>
    <dgm:cxn modelId="{B504A8D9-3E42-4A8E-AE7E-319C8F0FF0DD}" type="presOf" srcId="{6EE6C0FC-B936-40AF-838D-7E4BD52A4A17}" destId="{DA3083AB-5A84-4AFD-BE48-C7EB36E40F8D}" srcOrd="0" destOrd="0" presId="urn:microsoft.com/office/officeart/2005/8/layout/orgChart1"/>
    <dgm:cxn modelId="{1FA284DA-BC95-40CA-B16F-456DBD85FFB3}" type="presOf" srcId="{D6E87735-B932-4677-B90A-6973A78681E0}" destId="{8B48F5DE-4234-490C-B8E3-CA169BB18863}" srcOrd="0" destOrd="0" presId="urn:microsoft.com/office/officeart/2005/8/layout/orgChart1"/>
    <dgm:cxn modelId="{4A31F8DA-A4BB-4B3E-84AB-84985D6AD93B}" type="presOf" srcId="{17310ED7-9D8B-4629-B39C-6896E7D7AB40}" destId="{BD717287-15DF-4402-A548-2BF092056823}" srcOrd="1" destOrd="0" presId="urn:microsoft.com/office/officeart/2005/8/layout/orgChart1"/>
    <dgm:cxn modelId="{DE71CDDC-D14E-4149-B3EB-255542F68A31}" type="presOf" srcId="{3AA83E9A-732B-437B-BFAC-61B38FC3BE5E}" destId="{9217A556-D191-4CCB-BAB5-50B1DD31CD8F}" srcOrd="1" destOrd="0" presId="urn:microsoft.com/office/officeart/2005/8/layout/orgChart1"/>
    <dgm:cxn modelId="{3DFDC0DE-6D9A-46A6-A479-16536F4F21A7}" srcId="{CBC26367-C508-48C6-BDE2-2289C6403C5D}" destId="{41CF4ACA-672E-46CF-BFE6-28945D92F1A7}" srcOrd="5" destOrd="0" parTransId="{4CFA0CAE-6742-4C7D-BA97-D22E42D7292B}" sibTransId="{B74E4183-E5D7-49F9-BE39-F27EEDA88F14}"/>
    <dgm:cxn modelId="{A7C893DF-2CFD-4008-8837-C3DECAF64D3E}" type="presOf" srcId="{B8BDE9AC-A0AF-4F2F-B8C4-8132BB33F125}" destId="{7B442F6C-159C-4CC7-A593-42DF521344D4}" srcOrd="0" destOrd="0" presId="urn:microsoft.com/office/officeart/2005/8/layout/orgChart1"/>
    <dgm:cxn modelId="{0F742BE0-B3E6-4A04-8A7A-49DAA01F8F7B}" type="presOf" srcId="{4391A16B-7E8D-4C1B-9F76-55556112F0DB}" destId="{3034A903-B9CD-493D-99BB-EF6AA1B1E000}" srcOrd="0" destOrd="0" presId="urn:microsoft.com/office/officeart/2005/8/layout/orgChart1"/>
    <dgm:cxn modelId="{68C13DE1-47C5-4C22-A666-AEC2CA8FBE54}" type="presOf" srcId="{F472D0EB-4B77-4BE9-8A5C-081A38E486B1}" destId="{635F3F92-72F9-4D52-A50E-B96A54F5F5D6}" srcOrd="0" destOrd="0" presId="urn:microsoft.com/office/officeart/2005/8/layout/orgChart1"/>
    <dgm:cxn modelId="{9AF1A7E1-33CD-424F-B5F1-6C5E34FF5569}" type="presOf" srcId="{80D64AF4-D55B-417B-A608-C430AF48AD41}" destId="{887C3025-1F65-4A12-9DB9-D30BDABE3497}" srcOrd="0" destOrd="0" presId="urn:microsoft.com/office/officeart/2005/8/layout/orgChart1"/>
    <dgm:cxn modelId="{DF5D32E2-22F8-4392-99AC-7D4F1ED21C46}" type="presOf" srcId="{478DA78B-D5FA-4FB0-A9F4-FF938DBC30E7}" destId="{F4A469CB-193D-4FE2-879D-A8CA263F4F3E}" srcOrd="0" destOrd="0" presId="urn:microsoft.com/office/officeart/2005/8/layout/orgChart1"/>
    <dgm:cxn modelId="{0B4D83E2-3AA7-43DD-9114-5FA654B9FD45}" type="presOf" srcId="{16C3E8F3-E857-43B7-98A6-74A42289C345}" destId="{45611D4A-81EB-4645-AA5E-70748656B866}" srcOrd="0" destOrd="0" presId="urn:microsoft.com/office/officeart/2005/8/layout/orgChart1"/>
    <dgm:cxn modelId="{A5D594E2-1354-4F1B-9A03-A814BE8FB472}" type="presOf" srcId="{6AC1940E-04E9-4F89-A337-9211FFEE5267}" destId="{B5EA5055-BA7B-4A06-BDBE-C18EBA3AB51C}" srcOrd="1" destOrd="0" presId="urn:microsoft.com/office/officeart/2005/8/layout/orgChart1"/>
    <dgm:cxn modelId="{3B3667E3-6D04-4845-8C1D-EEC5E4FB1A05}" type="presOf" srcId="{62F48F81-D453-4E6E-8EB2-1458EEB98B69}" destId="{8A43BA69-5E96-4048-B04D-145F9B252293}" srcOrd="0" destOrd="0" presId="urn:microsoft.com/office/officeart/2005/8/layout/orgChart1"/>
    <dgm:cxn modelId="{21788DE3-199E-4C45-BE63-FA9164C0DC88}" srcId="{1ECE2C6B-0C58-422F-94AF-9B5D58529296}" destId="{93D12AE6-14CE-4135-984C-061EE745FE47}" srcOrd="0" destOrd="0" parTransId="{B35D0BCE-1593-4188-BC21-A41FE6B88330}" sibTransId="{8DCC4CA6-ACD2-454B-B690-8F44DA0DC45E}"/>
    <dgm:cxn modelId="{8A69C5E3-D297-477C-B530-80B74578D860}" type="presOf" srcId="{1AB0B114-74BC-4DC9-BC83-1035E67BA125}" destId="{37EFF60E-DEC5-4573-B902-AE8AFA1E326E}" srcOrd="0" destOrd="0" presId="urn:microsoft.com/office/officeart/2005/8/layout/orgChart1"/>
    <dgm:cxn modelId="{A11A04E7-7AF5-4C6F-AAF3-0CEB10C2E46C}" type="presOf" srcId="{7A228164-D744-403B-B23F-CA73B38B60AE}" destId="{3F1CA42F-D002-40EF-A028-4D6798579974}" srcOrd="1" destOrd="0" presId="urn:microsoft.com/office/officeart/2005/8/layout/orgChart1"/>
    <dgm:cxn modelId="{757179E9-EC08-4186-BA53-FAD506093B88}" type="presOf" srcId="{6373B14E-BC70-4532-8ACE-877B3D8EA2E4}" destId="{9346B010-F4FF-4FAE-AAF3-3554F977871A}" srcOrd="0" destOrd="0" presId="urn:microsoft.com/office/officeart/2005/8/layout/orgChart1"/>
    <dgm:cxn modelId="{EF87A5E9-D220-4886-9191-5A80109F4364}" type="presOf" srcId="{AE2A2394-CB9B-471F-B50C-978A3C5ACF29}" destId="{F03ABC73-91AF-4370-8A08-833B3D45D25F}" srcOrd="0" destOrd="0" presId="urn:microsoft.com/office/officeart/2005/8/layout/orgChart1"/>
    <dgm:cxn modelId="{502E48EA-7369-4A62-9FD1-2DDAC33B2FCE}" type="presOf" srcId="{9EAB8208-EA65-4FE4-90CF-724EA0F49263}" destId="{59B94BD0-808C-4AA5-9E1B-F49DC49529B6}" srcOrd="1" destOrd="0" presId="urn:microsoft.com/office/officeart/2005/8/layout/orgChart1"/>
    <dgm:cxn modelId="{84AAF4EA-BDEC-4EC3-B9C8-811B80799DFA}" type="presOf" srcId="{6F3A2251-19DF-47B6-84B2-CA5E6E9545EF}" destId="{AF492AD8-93AC-447F-97C8-613914884FDA}" srcOrd="0" destOrd="0" presId="urn:microsoft.com/office/officeart/2005/8/layout/orgChart1"/>
    <dgm:cxn modelId="{1AEF0BEC-6F5E-45DA-9816-284E3BE31C12}" type="presOf" srcId="{A21CAB36-8DBA-498C-8265-487A8AAF91F3}" destId="{6D44AA8A-C8BF-48C9-B4E7-65AE92BE0503}" srcOrd="1" destOrd="0" presId="urn:microsoft.com/office/officeart/2005/8/layout/orgChart1"/>
    <dgm:cxn modelId="{4937E1EE-2F95-4C1F-844A-311A318B2B52}" srcId="{3DD08362-1CD5-43D2-8B99-C18811764BAD}" destId="{CBFBEA91-81CC-4EBB-A9F0-03A080ADA66F}" srcOrd="2" destOrd="0" parTransId="{5DE54939-D99A-45DA-9E9E-0894F92AF7CE}" sibTransId="{08D3FD66-168B-4DB4-A7D7-5EDE00904EBD}"/>
    <dgm:cxn modelId="{32EC1BEF-D27C-4DD5-99A0-5BE0D519438A}" srcId="{5998F680-492D-46FF-9408-1BEC8DEE19BB}" destId="{16C3E8F3-E857-43B7-98A6-74A42289C345}" srcOrd="0" destOrd="0" parTransId="{9E97769E-1312-4F5F-AAF7-A4C5621BEA2A}" sibTransId="{B9BE3398-1F21-41A3-876A-1A1887A3711F}"/>
    <dgm:cxn modelId="{DAD451EF-E8E5-4192-950B-78B1383D83C8}" srcId="{4B684A12-CF5A-4D65-9CBB-8581FE62A5FF}" destId="{6F3A2251-19DF-47B6-84B2-CA5E6E9545EF}" srcOrd="2" destOrd="0" parTransId="{9257D3D0-F69D-44B1-9A5E-9C5B2677C391}" sibTransId="{88521646-2691-403C-B90C-069B1A2CF04D}"/>
    <dgm:cxn modelId="{CB45B5EF-C195-4E38-BF02-C62E8F9353B3}" srcId="{4B684A12-CF5A-4D65-9CBB-8581FE62A5FF}" destId="{B8BDE9AC-A0AF-4F2F-B8C4-8132BB33F125}" srcOrd="12" destOrd="0" parTransId="{6373B14E-BC70-4532-8ACE-877B3D8EA2E4}" sibTransId="{E0BE1CC2-F12F-4A81-91FF-26E81B9BF8D6}"/>
    <dgm:cxn modelId="{E67590F1-9ADB-4F58-82D9-3E3E80B0D657}" type="presOf" srcId="{135D940D-60B0-4992-9D94-B5E100CCE0C1}" destId="{D4992D75-8D77-43BF-9C09-52C5EF1D4261}" srcOrd="0" destOrd="0" presId="urn:microsoft.com/office/officeart/2005/8/layout/orgChart1"/>
    <dgm:cxn modelId="{84FAD8F3-BE8F-45E9-8F9A-F3762E723AD0}" type="presOf" srcId="{30384F73-6583-46E9-9A18-C764AE4D2851}" destId="{BBF64121-58AD-4996-9990-A083E635E2A0}" srcOrd="0" destOrd="0" presId="urn:microsoft.com/office/officeart/2005/8/layout/orgChart1"/>
    <dgm:cxn modelId="{FB172FF7-CC7E-4198-BAFD-92260C0954CA}" type="presOf" srcId="{7080067C-5CF8-4AF5-9C7B-54781A1BC873}" destId="{F8972793-9878-4715-895B-6A07AED1C278}" srcOrd="1" destOrd="0" presId="urn:microsoft.com/office/officeart/2005/8/layout/orgChart1"/>
    <dgm:cxn modelId="{7B5379F8-3658-4968-866A-B3533B6FF096}" type="presOf" srcId="{4CFA0CAE-6742-4C7D-BA97-D22E42D7292B}" destId="{FAD3E6ED-18B4-48B9-8DB2-4D0DEC6A246B}" srcOrd="0" destOrd="0" presId="urn:microsoft.com/office/officeart/2005/8/layout/orgChart1"/>
    <dgm:cxn modelId="{887AC0FA-9AD9-45AA-A924-FD0C60F2F987}" type="presOf" srcId="{B1DC5FA2-A42A-4406-9FA8-6A732FBC70F6}" destId="{8D210E04-4649-4FDA-98D3-24627E6C27FA}" srcOrd="0" destOrd="0" presId="urn:microsoft.com/office/officeart/2005/8/layout/orgChart1"/>
    <dgm:cxn modelId="{EC105EFD-7365-4ECF-8461-9E045603F5FD}" type="presOf" srcId="{B944F06A-6C43-4C1E-A3D0-FC7DD2BBBB4F}" destId="{8BAF9551-9717-4A88-9EC5-6622E75BCC79}" srcOrd="0" destOrd="0" presId="urn:microsoft.com/office/officeart/2005/8/layout/orgChart1"/>
    <dgm:cxn modelId="{74AA83FD-C80C-43F9-96A1-3E1E894A2286}" srcId="{16C3E8F3-E857-43B7-98A6-74A42289C345}" destId="{4B684A12-CF5A-4D65-9CBB-8581FE62A5FF}" srcOrd="2" destOrd="0" parTransId="{B1DC5FA2-A42A-4406-9FA8-6A732FBC70F6}" sibTransId="{C7F79109-3567-488B-A89B-FD98A8F91592}"/>
    <dgm:cxn modelId="{647AA8FD-3EDC-4A82-9EE4-35DC3D2AC126}" type="presOf" srcId="{93D12AE6-14CE-4135-984C-061EE745FE47}" destId="{1CAEA2CE-F6E5-4FEB-98BA-C47626A2C8DD}" srcOrd="0" destOrd="0" presId="urn:microsoft.com/office/officeart/2005/8/layout/orgChart1"/>
    <dgm:cxn modelId="{E4D0C7FE-83B6-4752-8DAD-8D4CE9E4BBD9}" type="presOf" srcId="{928889B6-5E33-4D93-BF48-337B2F58A652}" destId="{34A8FB95-3029-4B21-A5ED-1A9DFC61E31F}" srcOrd="0" destOrd="0" presId="urn:microsoft.com/office/officeart/2005/8/layout/orgChart1"/>
    <dgm:cxn modelId="{5B208427-9AC4-43E3-9E41-D77071D61545}" type="presParOf" srcId="{16B84C21-B721-481E-A559-9E154E0683DD}" destId="{FBB7CFA8-1B8F-4E1A-8746-C1B5F9B19B8A}" srcOrd="0" destOrd="0" presId="urn:microsoft.com/office/officeart/2005/8/layout/orgChart1"/>
    <dgm:cxn modelId="{AE64F682-5E0E-4B4C-BC31-5BEC21AF7FB2}" type="presParOf" srcId="{FBB7CFA8-1B8F-4E1A-8746-C1B5F9B19B8A}" destId="{612A617A-CDF2-41E1-9D6B-F810CA8E4CD8}" srcOrd="0" destOrd="0" presId="urn:microsoft.com/office/officeart/2005/8/layout/orgChart1"/>
    <dgm:cxn modelId="{C0178DDD-CF46-4B02-BBDE-382DE82E9087}" type="presParOf" srcId="{612A617A-CDF2-41E1-9D6B-F810CA8E4CD8}" destId="{45611D4A-81EB-4645-AA5E-70748656B866}" srcOrd="0" destOrd="0" presId="urn:microsoft.com/office/officeart/2005/8/layout/orgChart1"/>
    <dgm:cxn modelId="{A30D1A9E-B20F-4E13-B8C9-FF2D0492D2AD}" type="presParOf" srcId="{612A617A-CDF2-41E1-9D6B-F810CA8E4CD8}" destId="{F6CDAD52-C50A-41B9-AC8D-379B0543B575}" srcOrd="1" destOrd="0" presId="urn:microsoft.com/office/officeart/2005/8/layout/orgChart1"/>
    <dgm:cxn modelId="{B23D9C94-79F5-4123-A345-0F38CC71A222}" type="presParOf" srcId="{FBB7CFA8-1B8F-4E1A-8746-C1B5F9B19B8A}" destId="{F3074057-98EC-4724-AD13-096A523C6CB9}" srcOrd="1" destOrd="0" presId="urn:microsoft.com/office/officeart/2005/8/layout/orgChart1"/>
    <dgm:cxn modelId="{B3810A9B-0106-45BB-AA0C-3C62C29A50C1}" type="presParOf" srcId="{F3074057-98EC-4724-AD13-096A523C6CB9}" destId="{048BC32F-580E-412C-8906-E961C6A0E9F7}" srcOrd="0" destOrd="0" presId="urn:microsoft.com/office/officeart/2005/8/layout/orgChart1"/>
    <dgm:cxn modelId="{86986B42-D419-46BE-8279-F9A76090DF56}" type="presParOf" srcId="{F3074057-98EC-4724-AD13-096A523C6CB9}" destId="{41DFE68B-BF38-4B9D-B3A6-8C4F060E9586}" srcOrd="1" destOrd="0" presId="urn:microsoft.com/office/officeart/2005/8/layout/orgChart1"/>
    <dgm:cxn modelId="{20ED53B4-621B-4CDF-AB09-6E9326D60663}" type="presParOf" srcId="{41DFE68B-BF38-4B9D-B3A6-8C4F060E9586}" destId="{5D87E75F-9351-40EA-94AF-BA3114A42D60}" srcOrd="0" destOrd="0" presId="urn:microsoft.com/office/officeart/2005/8/layout/orgChart1"/>
    <dgm:cxn modelId="{46610F79-D869-4F98-9F7D-7731C32ADA4B}" type="presParOf" srcId="{5D87E75F-9351-40EA-94AF-BA3114A42D60}" destId="{B60C8955-6A8E-4477-A6D6-FDE7FB40F5D6}" srcOrd="0" destOrd="0" presId="urn:microsoft.com/office/officeart/2005/8/layout/orgChart1"/>
    <dgm:cxn modelId="{F327486A-A595-491E-9599-E34A02182F33}" type="presParOf" srcId="{5D87E75F-9351-40EA-94AF-BA3114A42D60}" destId="{591F4A7D-06EE-44D7-B9E8-BA3CEC94A20F}" srcOrd="1" destOrd="0" presId="urn:microsoft.com/office/officeart/2005/8/layout/orgChart1"/>
    <dgm:cxn modelId="{AA6CBC8E-F9B4-4D56-A0E5-D2D50BB85575}" type="presParOf" srcId="{41DFE68B-BF38-4B9D-B3A6-8C4F060E9586}" destId="{4B38DD2E-D8C9-4C28-9A66-EF8D4A4D04A8}" srcOrd="1" destOrd="0" presId="urn:microsoft.com/office/officeart/2005/8/layout/orgChart1"/>
    <dgm:cxn modelId="{1BC5CD86-8E39-4122-96D1-DB8BDB16EE0C}" type="presParOf" srcId="{4B38DD2E-D8C9-4C28-9A66-EF8D4A4D04A8}" destId="{8BAF9551-9717-4A88-9EC5-6622E75BCC79}" srcOrd="0" destOrd="0" presId="urn:microsoft.com/office/officeart/2005/8/layout/orgChart1"/>
    <dgm:cxn modelId="{88C78357-82ED-43D0-B01C-20D179E4CB71}" type="presParOf" srcId="{4B38DD2E-D8C9-4C28-9A66-EF8D4A4D04A8}" destId="{D535BF38-060F-4564-AD14-501CCE998A48}" srcOrd="1" destOrd="0" presId="urn:microsoft.com/office/officeart/2005/8/layout/orgChart1"/>
    <dgm:cxn modelId="{8D20F388-BFD9-41F5-972F-86E1CE46E3B4}" type="presParOf" srcId="{D535BF38-060F-4564-AD14-501CCE998A48}" destId="{081DB095-53DB-4EA0-949A-50F26459BEAE}" srcOrd="0" destOrd="0" presId="urn:microsoft.com/office/officeart/2005/8/layout/orgChart1"/>
    <dgm:cxn modelId="{1A4A261D-9472-47C1-B4E5-C53ADF06E19B}" type="presParOf" srcId="{081DB095-53DB-4EA0-949A-50F26459BEAE}" destId="{1C502AC9-2C0F-44B7-B76A-DFE2106E7865}" srcOrd="0" destOrd="0" presId="urn:microsoft.com/office/officeart/2005/8/layout/orgChart1"/>
    <dgm:cxn modelId="{D1829331-92F5-4335-80D4-581BACD02C6A}" type="presParOf" srcId="{081DB095-53DB-4EA0-949A-50F26459BEAE}" destId="{451EB3B8-49F2-4A2D-928F-910871807CB2}" srcOrd="1" destOrd="0" presId="urn:microsoft.com/office/officeart/2005/8/layout/orgChart1"/>
    <dgm:cxn modelId="{930B2CD0-CC85-4A72-BE78-3597F0275DDB}" type="presParOf" srcId="{D535BF38-060F-4564-AD14-501CCE998A48}" destId="{04F454AE-8684-424A-94CB-2D725C612D52}" srcOrd="1" destOrd="0" presId="urn:microsoft.com/office/officeart/2005/8/layout/orgChart1"/>
    <dgm:cxn modelId="{BD680BAF-D271-49B6-8662-DBABF8507689}" type="presParOf" srcId="{04F454AE-8684-424A-94CB-2D725C612D52}" destId="{1E8A07BC-6126-49E8-B75B-D9B6E9D6EA99}" srcOrd="0" destOrd="0" presId="urn:microsoft.com/office/officeart/2005/8/layout/orgChart1"/>
    <dgm:cxn modelId="{5A140F85-70B8-4096-B469-7084EA1A354A}" type="presParOf" srcId="{04F454AE-8684-424A-94CB-2D725C612D52}" destId="{3EF0464F-95D4-4567-BBF1-7640CB0A1DAD}" srcOrd="1" destOrd="0" presId="urn:microsoft.com/office/officeart/2005/8/layout/orgChart1"/>
    <dgm:cxn modelId="{EA684A63-9155-4D79-BEFE-2DE52F6643F7}" type="presParOf" srcId="{3EF0464F-95D4-4567-BBF1-7640CB0A1DAD}" destId="{9F488EFD-5256-4235-AEC6-D509C2978DDF}" srcOrd="0" destOrd="0" presId="urn:microsoft.com/office/officeart/2005/8/layout/orgChart1"/>
    <dgm:cxn modelId="{A8AFD9DD-E338-4D3D-BC97-D873A2EAEE62}" type="presParOf" srcId="{9F488EFD-5256-4235-AEC6-D509C2978DDF}" destId="{1CAEA2CE-F6E5-4FEB-98BA-C47626A2C8DD}" srcOrd="0" destOrd="0" presId="urn:microsoft.com/office/officeart/2005/8/layout/orgChart1"/>
    <dgm:cxn modelId="{328D750C-C4C0-48E2-82BE-33B96DB782D1}" type="presParOf" srcId="{9F488EFD-5256-4235-AEC6-D509C2978DDF}" destId="{99605D70-0BE0-486F-9896-D635F95885CF}" srcOrd="1" destOrd="0" presId="urn:microsoft.com/office/officeart/2005/8/layout/orgChart1"/>
    <dgm:cxn modelId="{9556FAA9-8B64-4D18-BFD3-AF4B57E2EDFA}" type="presParOf" srcId="{3EF0464F-95D4-4567-BBF1-7640CB0A1DAD}" destId="{B3527C65-2A79-4B42-B9CA-F2D8BC2743D8}" srcOrd="1" destOrd="0" presId="urn:microsoft.com/office/officeart/2005/8/layout/orgChart1"/>
    <dgm:cxn modelId="{0473F401-733D-438A-B736-D23109940178}" type="presParOf" srcId="{3EF0464F-95D4-4567-BBF1-7640CB0A1DAD}" destId="{D5440B48-5DCF-4974-9E32-2CD1C87A32C8}" srcOrd="2" destOrd="0" presId="urn:microsoft.com/office/officeart/2005/8/layout/orgChart1"/>
    <dgm:cxn modelId="{79AE1BCA-8A96-4E26-8575-D52F38CC38FC}" type="presParOf" srcId="{04F454AE-8684-424A-94CB-2D725C612D52}" destId="{0F7C9B8C-9FF8-4508-85C3-F1E5ABA46203}" srcOrd="2" destOrd="0" presId="urn:microsoft.com/office/officeart/2005/8/layout/orgChart1"/>
    <dgm:cxn modelId="{6535540A-F1F3-4758-BBA4-73B418831394}" type="presParOf" srcId="{04F454AE-8684-424A-94CB-2D725C612D52}" destId="{C041FF87-B867-4C40-A06D-B7E1202C3B42}" srcOrd="3" destOrd="0" presId="urn:microsoft.com/office/officeart/2005/8/layout/orgChart1"/>
    <dgm:cxn modelId="{53589670-3F0C-4427-A283-F33C7EFBE15D}" type="presParOf" srcId="{C041FF87-B867-4C40-A06D-B7E1202C3B42}" destId="{5EAF23BA-EDCF-43D1-8EF7-D8247F6D9119}" srcOrd="0" destOrd="0" presId="urn:microsoft.com/office/officeart/2005/8/layout/orgChart1"/>
    <dgm:cxn modelId="{58839B27-0295-4097-880A-6F175BE86DCF}" type="presParOf" srcId="{5EAF23BA-EDCF-43D1-8EF7-D8247F6D9119}" destId="{B67A2ADD-9FC9-4E3D-9802-A7583FFAEEF1}" srcOrd="0" destOrd="0" presId="urn:microsoft.com/office/officeart/2005/8/layout/orgChart1"/>
    <dgm:cxn modelId="{F21917C9-DF3E-4631-924F-4F5292FA2ACC}" type="presParOf" srcId="{5EAF23BA-EDCF-43D1-8EF7-D8247F6D9119}" destId="{B5EA5055-BA7B-4A06-BDBE-C18EBA3AB51C}" srcOrd="1" destOrd="0" presId="urn:microsoft.com/office/officeart/2005/8/layout/orgChart1"/>
    <dgm:cxn modelId="{CED39213-91C9-459F-8014-13875A3F1FD7}" type="presParOf" srcId="{C041FF87-B867-4C40-A06D-B7E1202C3B42}" destId="{6481611B-BC40-425F-ADAC-071B6A9CA75B}" srcOrd="1" destOrd="0" presId="urn:microsoft.com/office/officeart/2005/8/layout/orgChart1"/>
    <dgm:cxn modelId="{4A8BD8C8-EEB1-45D7-926F-A0F711BB1972}" type="presParOf" srcId="{C041FF87-B867-4C40-A06D-B7E1202C3B42}" destId="{FB94A04D-8ED8-4D4C-B6B7-0CFC116C859F}" srcOrd="2" destOrd="0" presId="urn:microsoft.com/office/officeart/2005/8/layout/orgChart1"/>
    <dgm:cxn modelId="{72A80B01-28C2-4166-AF69-C0D474F351F2}" type="presParOf" srcId="{04F454AE-8684-424A-94CB-2D725C612D52}" destId="{C436A365-A1D4-477A-8343-4B34057EACD0}" srcOrd="4" destOrd="0" presId="urn:microsoft.com/office/officeart/2005/8/layout/orgChart1"/>
    <dgm:cxn modelId="{124B6FBA-B653-48FF-B32E-0ECF400076E6}" type="presParOf" srcId="{04F454AE-8684-424A-94CB-2D725C612D52}" destId="{072E30C3-3722-4415-A67C-73F938E8D2FD}" srcOrd="5" destOrd="0" presId="urn:microsoft.com/office/officeart/2005/8/layout/orgChart1"/>
    <dgm:cxn modelId="{32799FCC-0674-4DC7-873A-F921131B2AA2}" type="presParOf" srcId="{072E30C3-3722-4415-A67C-73F938E8D2FD}" destId="{53A7FF4B-E975-4696-A532-95BBA7935C33}" srcOrd="0" destOrd="0" presId="urn:microsoft.com/office/officeart/2005/8/layout/orgChart1"/>
    <dgm:cxn modelId="{647AC901-6F29-438A-8F0C-8662876D74F6}" type="presParOf" srcId="{53A7FF4B-E975-4696-A532-95BBA7935C33}" destId="{8A43BA69-5E96-4048-B04D-145F9B252293}" srcOrd="0" destOrd="0" presId="urn:microsoft.com/office/officeart/2005/8/layout/orgChart1"/>
    <dgm:cxn modelId="{9606E814-8182-41F1-A097-338DDD8FDA50}" type="presParOf" srcId="{53A7FF4B-E975-4696-A532-95BBA7935C33}" destId="{A5A257DB-CD66-43FB-9D20-EFF2E1F98877}" srcOrd="1" destOrd="0" presId="urn:microsoft.com/office/officeart/2005/8/layout/orgChart1"/>
    <dgm:cxn modelId="{B2988CF2-A2F0-4637-A14D-1ABC6359AA60}" type="presParOf" srcId="{072E30C3-3722-4415-A67C-73F938E8D2FD}" destId="{838C7009-7BB1-42CE-8697-7A5CAE6CEFED}" srcOrd="1" destOrd="0" presId="urn:microsoft.com/office/officeart/2005/8/layout/orgChart1"/>
    <dgm:cxn modelId="{A92749B7-A727-40E5-80FF-5DDF30FC449D}" type="presParOf" srcId="{072E30C3-3722-4415-A67C-73F938E8D2FD}" destId="{2DF4BC74-04C4-4164-895D-CD59253C09C5}" srcOrd="2" destOrd="0" presId="urn:microsoft.com/office/officeart/2005/8/layout/orgChart1"/>
    <dgm:cxn modelId="{9363F0A4-D968-4C7A-9FA1-30344D6A1837}" type="presParOf" srcId="{04F454AE-8684-424A-94CB-2D725C612D52}" destId="{DA3083AB-5A84-4AFD-BE48-C7EB36E40F8D}" srcOrd="6" destOrd="0" presId="urn:microsoft.com/office/officeart/2005/8/layout/orgChart1"/>
    <dgm:cxn modelId="{517FB59B-55C1-4F30-B874-EB209F6AA56C}" type="presParOf" srcId="{04F454AE-8684-424A-94CB-2D725C612D52}" destId="{FFDDB4DA-EC19-4B03-9A8F-6FF35D6D6B45}" srcOrd="7" destOrd="0" presId="urn:microsoft.com/office/officeart/2005/8/layout/orgChart1"/>
    <dgm:cxn modelId="{524F6CEA-3542-4B71-B7EB-8C7D21121BF1}" type="presParOf" srcId="{FFDDB4DA-EC19-4B03-9A8F-6FF35D6D6B45}" destId="{D3E1751F-F0A9-41EE-8BC6-8B969AF6EB2A}" srcOrd="0" destOrd="0" presId="urn:microsoft.com/office/officeart/2005/8/layout/orgChart1"/>
    <dgm:cxn modelId="{B07B6EA9-864B-40CE-8985-FEB3EBF79FE1}" type="presParOf" srcId="{D3E1751F-F0A9-41EE-8BC6-8B969AF6EB2A}" destId="{2045021C-5F50-43E7-A26F-2E68B615F4C0}" srcOrd="0" destOrd="0" presId="urn:microsoft.com/office/officeart/2005/8/layout/orgChart1"/>
    <dgm:cxn modelId="{804582D4-9C73-4310-BABF-E1517544D420}" type="presParOf" srcId="{D3E1751F-F0A9-41EE-8BC6-8B969AF6EB2A}" destId="{EFF0C068-04BF-424F-B260-C095C3E16DC1}" srcOrd="1" destOrd="0" presId="urn:microsoft.com/office/officeart/2005/8/layout/orgChart1"/>
    <dgm:cxn modelId="{8AC2754E-4B41-415D-B799-4EF754F43FE8}" type="presParOf" srcId="{FFDDB4DA-EC19-4B03-9A8F-6FF35D6D6B45}" destId="{CF6A43EA-F368-4D6A-B683-4E69B58623D6}" srcOrd="1" destOrd="0" presId="urn:microsoft.com/office/officeart/2005/8/layout/orgChart1"/>
    <dgm:cxn modelId="{F228008D-1FFB-40E8-B496-8935E0537595}" type="presParOf" srcId="{FFDDB4DA-EC19-4B03-9A8F-6FF35D6D6B45}" destId="{1B3A74C0-FC0A-4864-B5ED-27FC34336051}" srcOrd="2" destOrd="0" presId="urn:microsoft.com/office/officeart/2005/8/layout/orgChart1"/>
    <dgm:cxn modelId="{48F3814B-81BA-4969-B854-F312494D9A3E}" type="presParOf" srcId="{D535BF38-060F-4564-AD14-501CCE998A48}" destId="{601D4800-8F48-486F-8A12-F6B2FB538385}" srcOrd="2" destOrd="0" presId="urn:microsoft.com/office/officeart/2005/8/layout/orgChart1"/>
    <dgm:cxn modelId="{0983478A-745B-4CCC-86EB-8C9C2AC51ED0}" type="presParOf" srcId="{4B38DD2E-D8C9-4C28-9A66-EF8D4A4D04A8}" destId="{06ED3A07-279C-40C5-B09B-4378D3D2A895}" srcOrd="2" destOrd="0" presId="urn:microsoft.com/office/officeart/2005/8/layout/orgChart1"/>
    <dgm:cxn modelId="{46FDF677-A025-42C4-B0A8-7C799DD3EC82}" type="presParOf" srcId="{4B38DD2E-D8C9-4C28-9A66-EF8D4A4D04A8}" destId="{36A2BBFB-6610-4DD9-BC49-854B54CB4D99}" srcOrd="3" destOrd="0" presId="urn:microsoft.com/office/officeart/2005/8/layout/orgChart1"/>
    <dgm:cxn modelId="{1F8C6455-EB3D-4DEB-884D-1E405F37B05A}" type="presParOf" srcId="{36A2BBFB-6610-4DD9-BC49-854B54CB4D99}" destId="{9C4F9F0A-4C25-4028-B879-07712B3E1BDE}" srcOrd="0" destOrd="0" presId="urn:microsoft.com/office/officeart/2005/8/layout/orgChart1"/>
    <dgm:cxn modelId="{DD591460-DECF-4A28-BB67-DA6E273390A0}" type="presParOf" srcId="{9C4F9F0A-4C25-4028-B879-07712B3E1BDE}" destId="{6095E621-399C-4331-B631-85D724BB9BEA}" srcOrd="0" destOrd="0" presId="urn:microsoft.com/office/officeart/2005/8/layout/orgChart1"/>
    <dgm:cxn modelId="{6960AB32-0B10-4C53-804E-358A65A96BB3}" type="presParOf" srcId="{9C4F9F0A-4C25-4028-B879-07712B3E1BDE}" destId="{1A606955-B481-4AA5-A02B-44AF2E71816A}" srcOrd="1" destOrd="0" presId="urn:microsoft.com/office/officeart/2005/8/layout/orgChart1"/>
    <dgm:cxn modelId="{B0579025-9BBA-4E3E-A62A-00E6BC29CCA8}" type="presParOf" srcId="{36A2BBFB-6610-4DD9-BC49-854B54CB4D99}" destId="{643F8821-245C-48DC-A156-677F1776F46C}" srcOrd="1" destOrd="0" presId="urn:microsoft.com/office/officeart/2005/8/layout/orgChart1"/>
    <dgm:cxn modelId="{5823F82A-F7DA-4731-BC5D-F4DFDC1F9E8A}" type="presParOf" srcId="{643F8821-245C-48DC-A156-677F1776F46C}" destId="{288B4E76-0F5B-4247-ADA1-76AD228830A2}" srcOrd="0" destOrd="0" presId="urn:microsoft.com/office/officeart/2005/8/layout/orgChart1"/>
    <dgm:cxn modelId="{1C558FF4-5CA6-43A6-94ED-F3831A2FF0E3}" type="presParOf" srcId="{643F8821-245C-48DC-A156-677F1776F46C}" destId="{2227078D-61D7-4AD8-A5B5-18BCDA68B8A0}" srcOrd="1" destOrd="0" presId="urn:microsoft.com/office/officeart/2005/8/layout/orgChart1"/>
    <dgm:cxn modelId="{0623A523-832B-4AEF-8854-411E049FAE0D}" type="presParOf" srcId="{2227078D-61D7-4AD8-A5B5-18BCDA68B8A0}" destId="{397C0798-CB35-4CA2-A30A-5222FFE281ED}" srcOrd="0" destOrd="0" presId="urn:microsoft.com/office/officeart/2005/8/layout/orgChart1"/>
    <dgm:cxn modelId="{B31DF6E5-3FC3-47DF-B58F-81F7E153E5F8}" type="presParOf" srcId="{397C0798-CB35-4CA2-A30A-5222FFE281ED}" destId="{1606FBB5-838D-4B63-B4F5-6ACFF301896C}" srcOrd="0" destOrd="0" presId="urn:microsoft.com/office/officeart/2005/8/layout/orgChart1"/>
    <dgm:cxn modelId="{CB0E00A1-639D-40C6-87BB-20CA03213F61}" type="presParOf" srcId="{397C0798-CB35-4CA2-A30A-5222FFE281ED}" destId="{A9BD80AE-A4ED-4A0B-92BB-8E9408645DD7}" srcOrd="1" destOrd="0" presId="urn:microsoft.com/office/officeart/2005/8/layout/orgChart1"/>
    <dgm:cxn modelId="{417283DC-3050-469C-A2D3-15433C949839}" type="presParOf" srcId="{2227078D-61D7-4AD8-A5B5-18BCDA68B8A0}" destId="{3E824B3C-E788-489F-972D-C7598CD42386}" srcOrd="1" destOrd="0" presId="urn:microsoft.com/office/officeart/2005/8/layout/orgChart1"/>
    <dgm:cxn modelId="{BBC9C74A-34A2-418F-AC41-38D837E26EBA}" type="presParOf" srcId="{2227078D-61D7-4AD8-A5B5-18BCDA68B8A0}" destId="{AE7EB412-E1C7-4C1D-8556-D2DCE22BAC7F}" srcOrd="2" destOrd="0" presId="urn:microsoft.com/office/officeart/2005/8/layout/orgChart1"/>
    <dgm:cxn modelId="{A8D6A6BE-A30A-44E0-B3F5-C12E2C632F80}" type="presParOf" srcId="{643F8821-245C-48DC-A156-677F1776F46C}" destId="{98A18220-A307-4ACC-B0A9-C806AE9ACF24}" srcOrd="2" destOrd="0" presId="urn:microsoft.com/office/officeart/2005/8/layout/orgChart1"/>
    <dgm:cxn modelId="{B3573F8A-E8D1-45D2-82B6-8ABE164D15C4}" type="presParOf" srcId="{643F8821-245C-48DC-A156-677F1776F46C}" destId="{B96D7024-9310-4D7C-9B38-3242048CEF2B}" srcOrd="3" destOrd="0" presId="urn:microsoft.com/office/officeart/2005/8/layout/orgChart1"/>
    <dgm:cxn modelId="{90FA54C0-D5A2-4FB7-9A91-F9A941E0C05B}" type="presParOf" srcId="{B96D7024-9310-4D7C-9B38-3242048CEF2B}" destId="{DC60E1B5-3249-4089-9FDE-03C301F3504C}" srcOrd="0" destOrd="0" presId="urn:microsoft.com/office/officeart/2005/8/layout/orgChart1"/>
    <dgm:cxn modelId="{AF509D73-D2E1-404B-A9C1-2B98CCB11B1C}" type="presParOf" srcId="{DC60E1B5-3249-4089-9FDE-03C301F3504C}" destId="{047E7537-5F40-4CEF-AA95-4619C9E9DC09}" srcOrd="0" destOrd="0" presId="urn:microsoft.com/office/officeart/2005/8/layout/orgChart1"/>
    <dgm:cxn modelId="{C19E7337-113A-48F8-A7BE-C8B0F3548428}" type="presParOf" srcId="{DC60E1B5-3249-4089-9FDE-03C301F3504C}" destId="{77939C0E-9562-42CB-B151-3FCA44C63A2B}" srcOrd="1" destOrd="0" presId="urn:microsoft.com/office/officeart/2005/8/layout/orgChart1"/>
    <dgm:cxn modelId="{1F91B287-392E-404D-A922-D8CE1016920B}" type="presParOf" srcId="{B96D7024-9310-4D7C-9B38-3242048CEF2B}" destId="{57D383F7-4DCF-4B38-A337-CD08DFC2688F}" srcOrd="1" destOrd="0" presId="urn:microsoft.com/office/officeart/2005/8/layout/orgChart1"/>
    <dgm:cxn modelId="{3FCDE0B3-DDE5-4800-8928-B815B7D7D915}" type="presParOf" srcId="{B96D7024-9310-4D7C-9B38-3242048CEF2B}" destId="{286F46E6-78EA-4BAA-8E25-0613D3A6A56B}" srcOrd="2" destOrd="0" presId="urn:microsoft.com/office/officeart/2005/8/layout/orgChart1"/>
    <dgm:cxn modelId="{234530F1-7537-4B1C-A6EB-4CD25675AB95}" type="presParOf" srcId="{643F8821-245C-48DC-A156-677F1776F46C}" destId="{AF06348A-DEB3-43E0-9631-D4E344BD6E2B}" srcOrd="4" destOrd="0" presId="urn:microsoft.com/office/officeart/2005/8/layout/orgChart1"/>
    <dgm:cxn modelId="{ABA2D86C-5AE2-40C6-BB43-98EED5ACD642}" type="presParOf" srcId="{643F8821-245C-48DC-A156-677F1776F46C}" destId="{1FE476CD-71AA-4AA7-B312-7F7835025AC2}" srcOrd="5" destOrd="0" presId="urn:microsoft.com/office/officeart/2005/8/layout/orgChart1"/>
    <dgm:cxn modelId="{70E785D6-7FF4-404E-A58E-0BD5C10EECE7}" type="presParOf" srcId="{1FE476CD-71AA-4AA7-B312-7F7835025AC2}" destId="{9DF3C1F2-C25C-4D40-AC6A-BCCE7F2DC0D7}" srcOrd="0" destOrd="0" presId="urn:microsoft.com/office/officeart/2005/8/layout/orgChart1"/>
    <dgm:cxn modelId="{B70E6673-27A6-4338-83D5-EAEB4BF635B1}" type="presParOf" srcId="{9DF3C1F2-C25C-4D40-AC6A-BCCE7F2DC0D7}" destId="{697D5A0F-6230-4016-B7DC-050425BA957B}" srcOrd="0" destOrd="0" presId="urn:microsoft.com/office/officeart/2005/8/layout/orgChart1"/>
    <dgm:cxn modelId="{6AFED519-96F7-4282-BAEF-97A78574D168}" type="presParOf" srcId="{9DF3C1F2-C25C-4D40-AC6A-BCCE7F2DC0D7}" destId="{47417868-898E-429D-80FE-07F31D5A9B89}" srcOrd="1" destOrd="0" presId="urn:microsoft.com/office/officeart/2005/8/layout/orgChart1"/>
    <dgm:cxn modelId="{E7E9F2EA-B769-4E6A-A70B-02DC078FF91A}" type="presParOf" srcId="{1FE476CD-71AA-4AA7-B312-7F7835025AC2}" destId="{46BD58F6-F898-466F-96B4-82DFB42E46A5}" srcOrd="1" destOrd="0" presId="urn:microsoft.com/office/officeart/2005/8/layout/orgChart1"/>
    <dgm:cxn modelId="{EB0F6845-EBAB-418B-89FA-C801A0B08EE5}" type="presParOf" srcId="{1FE476CD-71AA-4AA7-B312-7F7835025AC2}" destId="{EF228C51-6C14-4140-89E5-82317DE49FC2}" srcOrd="2" destOrd="0" presId="urn:microsoft.com/office/officeart/2005/8/layout/orgChart1"/>
    <dgm:cxn modelId="{882D758A-DE0E-4732-AD9A-A4A13159AD80}" type="presParOf" srcId="{643F8821-245C-48DC-A156-677F1776F46C}" destId="{E7CDF675-98A0-4465-9BBC-1FE40248E202}" srcOrd="6" destOrd="0" presId="urn:microsoft.com/office/officeart/2005/8/layout/orgChart1"/>
    <dgm:cxn modelId="{81D32EAA-6845-45B7-884F-D986D390F4E9}" type="presParOf" srcId="{643F8821-245C-48DC-A156-677F1776F46C}" destId="{6F411BBE-ABEC-4A56-A816-FA0F375FCD38}" srcOrd="7" destOrd="0" presId="urn:microsoft.com/office/officeart/2005/8/layout/orgChart1"/>
    <dgm:cxn modelId="{1E5297AC-2058-4CA7-8637-B1569A6FCC8A}" type="presParOf" srcId="{6F411BBE-ABEC-4A56-A816-FA0F375FCD38}" destId="{ABDFB358-E10E-4532-8CFD-E93A4A2F98A7}" srcOrd="0" destOrd="0" presId="urn:microsoft.com/office/officeart/2005/8/layout/orgChart1"/>
    <dgm:cxn modelId="{6271E23E-FC7A-4D3E-8A04-F8503A1C282E}" type="presParOf" srcId="{ABDFB358-E10E-4532-8CFD-E93A4A2F98A7}" destId="{B1CE9002-A304-47A8-BF54-4F99922EBF2D}" srcOrd="0" destOrd="0" presId="urn:microsoft.com/office/officeart/2005/8/layout/orgChart1"/>
    <dgm:cxn modelId="{0956B9A2-6CB8-4E23-B7E9-30C2482BD8B1}" type="presParOf" srcId="{ABDFB358-E10E-4532-8CFD-E93A4A2F98A7}" destId="{56A7427C-5833-41E3-990B-B9B2A8E5E5EE}" srcOrd="1" destOrd="0" presId="urn:microsoft.com/office/officeart/2005/8/layout/orgChart1"/>
    <dgm:cxn modelId="{6BF604FC-9EB3-439F-8605-630CC8FA6BEA}" type="presParOf" srcId="{6F411BBE-ABEC-4A56-A816-FA0F375FCD38}" destId="{F476B8BB-D057-4138-B6B5-405248FF3DD5}" srcOrd="1" destOrd="0" presId="urn:microsoft.com/office/officeart/2005/8/layout/orgChart1"/>
    <dgm:cxn modelId="{491EAB74-05DA-4DC0-9F87-3B11AA09AFFD}" type="presParOf" srcId="{6F411BBE-ABEC-4A56-A816-FA0F375FCD38}" destId="{1E5A2A13-5850-4C2A-BC57-53894849D4F2}" srcOrd="2" destOrd="0" presId="urn:microsoft.com/office/officeart/2005/8/layout/orgChart1"/>
    <dgm:cxn modelId="{43A12F81-A5A5-44DF-8B34-F6EAB99C9C42}" type="presParOf" srcId="{643F8821-245C-48DC-A156-677F1776F46C}" destId="{CF935018-B173-46FF-BB51-1E03CBFA254B}" srcOrd="8" destOrd="0" presId="urn:microsoft.com/office/officeart/2005/8/layout/orgChart1"/>
    <dgm:cxn modelId="{15A60B6F-8450-42AF-ADAB-F2E88E6C25F2}" type="presParOf" srcId="{643F8821-245C-48DC-A156-677F1776F46C}" destId="{EB82A262-3231-4797-9393-209CABE97789}" srcOrd="9" destOrd="0" presId="urn:microsoft.com/office/officeart/2005/8/layout/orgChart1"/>
    <dgm:cxn modelId="{804A6C18-8158-4040-BBBE-7287F3363CE4}" type="presParOf" srcId="{EB82A262-3231-4797-9393-209CABE97789}" destId="{F1E61127-BCC1-4098-A19A-FA11CE697B99}" srcOrd="0" destOrd="0" presId="urn:microsoft.com/office/officeart/2005/8/layout/orgChart1"/>
    <dgm:cxn modelId="{7F55E7F2-6EB4-441A-80E4-911FB059E1F9}" type="presParOf" srcId="{F1E61127-BCC1-4098-A19A-FA11CE697B99}" destId="{C43F3136-1CD2-49D8-B9D8-D4C6C4D8FEC7}" srcOrd="0" destOrd="0" presId="urn:microsoft.com/office/officeart/2005/8/layout/orgChart1"/>
    <dgm:cxn modelId="{7CDB7CA9-7137-435B-9562-13F09A4C4C40}" type="presParOf" srcId="{F1E61127-BCC1-4098-A19A-FA11CE697B99}" destId="{4AEF1E3B-B914-4EA3-A311-8AE3A1B10CF7}" srcOrd="1" destOrd="0" presId="urn:microsoft.com/office/officeart/2005/8/layout/orgChart1"/>
    <dgm:cxn modelId="{623366D1-8C88-4CC8-A584-919043F7B648}" type="presParOf" srcId="{EB82A262-3231-4797-9393-209CABE97789}" destId="{5C7D560C-C6C4-42AB-BA4D-0BC1035962CF}" srcOrd="1" destOrd="0" presId="urn:microsoft.com/office/officeart/2005/8/layout/orgChart1"/>
    <dgm:cxn modelId="{2A5CB794-14C8-4997-98B9-E878CCD182B4}" type="presParOf" srcId="{EB82A262-3231-4797-9393-209CABE97789}" destId="{A6EA2B23-6751-4E47-B185-C18ABF8EE6A3}" srcOrd="2" destOrd="0" presId="urn:microsoft.com/office/officeart/2005/8/layout/orgChart1"/>
    <dgm:cxn modelId="{D2941C85-8A2F-458F-8D7C-4DD7F48C60A6}" type="presParOf" srcId="{36A2BBFB-6610-4DD9-BC49-854B54CB4D99}" destId="{4432B280-98BE-4ECE-A60F-A732E3FC33D4}" srcOrd="2" destOrd="0" presId="urn:microsoft.com/office/officeart/2005/8/layout/orgChart1"/>
    <dgm:cxn modelId="{DAEA3D99-A8CF-499D-AF47-6ED533B9670C}" type="presParOf" srcId="{4B38DD2E-D8C9-4C28-9A66-EF8D4A4D04A8}" destId="{DDDAE14D-8357-4632-B328-43FEA74CC859}" srcOrd="4" destOrd="0" presId="urn:microsoft.com/office/officeart/2005/8/layout/orgChart1"/>
    <dgm:cxn modelId="{D9FCDFC1-F349-4A33-AF39-21BB38103A5A}" type="presParOf" srcId="{4B38DD2E-D8C9-4C28-9A66-EF8D4A4D04A8}" destId="{90FA6887-EE33-4A59-9783-1BC257C5EBC6}" srcOrd="5" destOrd="0" presId="urn:microsoft.com/office/officeart/2005/8/layout/orgChart1"/>
    <dgm:cxn modelId="{852E0ECF-0BE6-46CF-9E2D-74791D13F4A3}" type="presParOf" srcId="{90FA6887-EE33-4A59-9783-1BC257C5EBC6}" destId="{B36427A4-3426-40A0-AAE3-F819C7684FC9}" srcOrd="0" destOrd="0" presId="urn:microsoft.com/office/officeart/2005/8/layout/orgChart1"/>
    <dgm:cxn modelId="{D86E617A-0FCC-48DF-BBBF-61473415DD2A}" type="presParOf" srcId="{B36427A4-3426-40A0-AAE3-F819C7684FC9}" destId="{4D808C45-9DB3-43A0-9F0D-8BB1CB15E00C}" srcOrd="0" destOrd="0" presId="urn:microsoft.com/office/officeart/2005/8/layout/orgChart1"/>
    <dgm:cxn modelId="{3B15E80B-0BA8-404B-AD3A-4DE57ED09387}" type="presParOf" srcId="{B36427A4-3426-40A0-AAE3-F819C7684FC9}" destId="{6CB9B180-5C59-4902-84A7-3F6D1D270CCE}" srcOrd="1" destOrd="0" presId="urn:microsoft.com/office/officeart/2005/8/layout/orgChart1"/>
    <dgm:cxn modelId="{9FEB9278-7833-4871-917B-002757FC2588}" type="presParOf" srcId="{90FA6887-EE33-4A59-9783-1BC257C5EBC6}" destId="{E3E12725-CF92-4610-A185-46F23D8AD1AF}" srcOrd="1" destOrd="0" presId="urn:microsoft.com/office/officeart/2005/8/layout/orgChart1"/>
    <dgm:cxn modelId="{A497025F-DAA8-46B7-97E1-230DB799F3EC}" type="presParOf" srcId="{E3E12725-CF92-4610-A185-46F23D8AD1AF}" destId="{2AFBA8CC-92CF-4EA0-9BE3-A7D9294C1EFF}" srcOrd="0" destOrd="0" presId="urn:microsoft.com/office/officeart/2005/8/layout/orgChart1"/>
    <dgm:cxn modelId="{00616928-19BE-405C-AD8E-0FF5819E9DC8}" type="presParOf" srcId="{E3E12725-CF92-4610-A185-46F23D8AD1AF}" destId="{012F1DF4-5A73-4B13-AD82-A16E30AE18E0}" srcOrd="1" destOrd="0" presId="urn:microsoft.com/office/officeart/2005/8/layout/orgChart1"/>
    <dgm:cxn modelId="{DA61611E-1E06-453E-92F4-8FF39BBFC146}" type="presParOf" srcId="{012F1DF4-5A73-4B13-AD82-A16E30AE18E0}" destId="{0A3A3E40-F8CF-411A-81D2-6450A7412013}" srcOrd="0" destOrd="0" presId="urn:microsoft.com/office/officeart/2005/8/layout/orgChart1"/>
    <dgm:cxn modelId="{5B08D9E4-4694-4D6E-8AB9-C342067D90DD}" type="presParOf" srcId="{0A3A3E40-F8CF-411A-81D2-6450A7412013}" destId="{300F7607-9BC1-4B30-8AF2-4D4EB2D0CFF0}" srcOrd="0" destOrd="0" presId="urn:microsoft.com/office/officeart/2005/8/layout/orgChart1"/>
    <dgm:cxn modelId="{F58000B1-58F0-497E-BDF2-FE47B6CE61FE}" type="presParOf" srcId="{0A3A3E40-F8CF-411A-81D2-6450A7412013}" destId="{F55DA72E-FB28-4EA5-9EFB-A0D236A33CA6}" srcOrd="1" destOrd="0" presId="urn:microsoft.com/office/officeart/2005/8/layout/orgChart1"/>
    <dgm:cxn modelId="{1223C0FE-6E8A-4732-ABAA-082F0A2767CD}" type="presParOf" srcId="{012F1DF4-5A73-4B13-AD82-A16E30AE18E0}" destId="{48C1122D-469F-42C0-A4C9-C77B9B24D432}" srcOrd="1" destOrd="0" presId="urn:microsoft.com/office/officeart/2005/8/layout/orgChart1"/>
    <dgm:cxn modelId="{7857C0AE-D864-4076-B354-01CC4314CD14}" type="presParOf" srcId="{012F1DF4-5A73-4B13-AD82-A16E30AE18E0}" destId="{47FB680A-A4A4-472E-B878-46E36D5B8E99}" srcOrd="2" destOrd="0" presId="urn:microsoft.com/office/officeart/2005/8/layout/orgChart1"/>
    <dgm:cxn modelId="{EEE89BEC-E5A0-495B-91C8-684C8129E811}" type="presParOf" srcId="{E3E12725-CF92-4610-A185-46F23D8AD1AF}" destId="{3C490C04-D3F3-481F-AD0A-8EFC2B32250A}" srcOrd="2" destOrd="0" presId="urn:microsoft.com/office/officeart/2005/8/layout/orgChart1"/>
    <dgm:cxn modelId="{8433E1A4-1601-4265-B58D-F4049E902552}" type="presParOf" srcId="{E3E12725-CF92-4610-A185-46F23D8AD1AF}" destId="{13F70CE3-60AE-415B-9316-F97D7A85E6D0}" srcOrd="3" destOrd="0" presId="urn:microsoft.com/office/officeart/2005/8/layout/orgChart1"/>
    <dgm:cxn modelId="{33F83290-BF82-41A2-95DA-C464F71814C6}" type="presParOf" srcId="{13F70CE3-60AE-415B-9316-F97D7A85E6D0}" destId="{66CCB55E-4BC6-42A1-A308-888E17A94B84}" srcOrd="0" destOrd="0" presId="urn:microsoft.com/office/officeart/2005/8/layout/orgChart1"/>
    <dgm:cxn modelId="{A27544B9-0CC3-4CFA-ACFD-7E9F584D483D}" type="presParOf" srcId="{66CCB55E-4BC6-42A1-A308-888E17A94B84}" destId="{37EFF60E-DEC5-4573-B902-AE8AFA1E326E}" srcOrd="0" destOrd="0" presId="urn:microsoft.com/office/officeart/2005/8/layout/orgChart1"/>
    <dgm:cxn modelId="{AAC6F389-A199-4F23-A240-61EE94625F42}" type="presParOf" srcId="{66CCB55E-4BC6-42A1-A308-888E17A94B84}" destId="{C124A1EC-40AA-488E-81A6-45232781073F}" srcOrd="1" destOrd="0" presId="urn:microsoft.com/office/officeart/2005/8/layout/orgChart1"/>
    <dgm:cxn modelId="{F02A8608-40C5-40C7-ADF9-1E6B6CF0EE13}" type="presParOf" srcId="{13F70CE3-60AE-415B-9316-F97D7A85E6D0}" destId="{873BC369-5DEA-4BDC-AEB1-5F8400248851}" srcOrd="1" destOrd="0" presId="urn:microsoft.com/office/officeart/2005/8/layout/orgChart1"/>
    <dgm:cxn modelId="{70AF11BD-85B9-42D1-83F9-AF714C01E9C9}" type="presParOf" srcId="{13F70CE3-60AE-415B-9316-F97D7A85E6D0}" destId="{DD8101E8-52A5-4F29-9A65-4DBA5B75DB55}" srcOrd="2" destOrd="0" presId="urn:microsoft.com/office/officeart/2005/8/layout/orgChart1"/>
    <dgm:cxn modelId="{E3DB6EAE-E7FE-4330-9BAB-97B21DC8C36F}" type="presParOf" srcId="{E3E12725-CF92-4610-A185-46F23D8AD1AF}" destId="{736A9559-E7FC-4AF1-A4A0-13890907224D}" srcOrd="4" destOrd="0" presId="urn:microsoft.com/office/officeart/2005/8/layout/orgChart1"/>
    <dgm:cxn modelId="{77434562-C6CB-429E-A5A5-00A70F429CCD}" type="presParOf" srcId="{E3E12725-CF92-4610-A185-46F23D8AD1AF}" destId="{EAB067ED-737E-4A5D-8CFF-D6817EF682F5}" srcOrd="5" destOrd="0" presId="urn:microsoft.com/office/officeart/2005/8/layout/orgChart1"/>
    <dgm:cxn modelId="{F46E4280-C25B-46EA-A532-32AC7ED1855A}" type="presParOf" srcId="{EAB067ED-737E-4A5D-8CFF-D6817EF682F5}" destId="{C61D6E4C-BB05-44F8-9577-C408D9D346EB}" srcOrd="0" destOrd="0" presId="urn:microsoft.com/office/officeart/2005/8/layout/orgChart1"/>
    <dgm:cxn modelId="{3287F08E-CA07-40B7-B490-85D98BA12D93}" type="presParOf" srcId="{C61D6E4C-BB05-44F8-9577-C408D9D346EB}" destId="{7BD28B1D-93CF-49EB-9A07-69136E106717}" srcOrd="0" destOrd="0" presId="urn:microsoft.com/office/officeart/2005/8/layout/orgChart1"/>
    <dgm:cxn modelId="{E97376CA-B1A9-4702-98C2-01C255F63ABE}" type="presParOf" srcId="{C61D6E4C-BB05-44F8-9577-C408D9D346EB}" destId="{FBEEEC78-357E-41FC-884D-C4D3E68E1508}" srcOrd="1" destOrd="0" presId="urn:microsoft.com/office/officeart/2005/8/layout/orgChart1"/>
    <dgm:cxn modelId="{8E6734A5-8BB4-4C40-A65A-FE992D1579BC}" type="presParOf" srcId="{EAB067ED-737E-4A5D-8CFF-D6817EF682F5}" destId="{A7FC5424-C35A-498F-9AF8-7940FE4B5CA4}" srcOrd="1" destOrd="0" presId="urn:microsoft.com/office/officeart/2005/8/layout/orgChart1"/>
    <dgm:cxn modelId="{3AC1EB8E-F7AE-4C59-9A11-EA12F0E84FD7}" type="presParOf" srcId="{EAB067ED-737E-4A5D-8CFF-D6817EF682F5}" destId="{05C33654-1015-450F-821A-9C77E0109AD9}" srcOrd="2" destOrd="0" presId="urn:microsoft.com/office/officeart/2005/8/layout/orgChart1"/>
    <dgm:cxn modelId="{F2731499-6EB0-4F69-A4EE-ACA074FDE755}" type="presParOf" srcId="{E3E12725-CF92-4610-A185-46F23D8AD1AF}" destId="{E1389432-4AB3-4629-9F87-9CD5D2E72AAD}" srcOrd="6" destOrd="0" presId="urn:microsoft.com/office/officeart/2005/8/layout/orgChart1"/>
    <dgm:cxn modelId="{E0BDD1D1-6136-44CE-A49B-56D0EC64D947}" type="presParOf" srcId="{E3E12725-CF92-4610-A185-46F23D8AD1AF}" destId="{2AEF1BF2-E533-4D69-A554-5676BDD6F413}" srcOrd="7" destOrd="0" presId="urn:microsoft.com/office/officeart/2005/8/layout/orgChart1"/>
    <dgm:cxn modelId="{8DF6CDA2-7AAE-45E9-A9D4-C1DCA4F6DE86}" type="presParOf" srcId="{2AEF1BF2-E533-4D69-A554-5676BDD6F413}" destId="{6D125DC0-4CDE-4C40-B857-3A9579E49946}" srcOrd="0" destOrd="0" presId="urn:microsoft.com/office/officeart/2005/8/layout/orgChart1"/>
    <dgm:cxn modelId="{AE144705-B561-4145-9336-09B7627BEF4A}" type="presParOf" srcId="{6D125DC0-4CDE-4C40-B857-3A9579E49946}" destId="{9EC69996-67FA-4CCC-99DA-96ECFA95D19A}" srcOrd="0" destOrd="0" presId="urn:microsoft.com/office/officeart/2005/8/layout/orgChart1"/>
    <dgm:cxn modelId="{C7BE946C-6353-4F03-BF69-5EA21B926EEE}" type="presParOf" srcId="{6D125DC0-4CDE-4C40-B857-3A9579E49946}" destId="{0251438B-3FB9-4CB2-B064-91927E98D0E0}" srcOrd="1" destOrd="0" presId="urn:microsoft.com/office/officeart/2005/8/layout/orgChart1"/>
    <dgm:cxn modelId="{D3D327BB-006C-44A1-8418-3ABA53284A04}" type="presParOf" srcId="{2AEF1BF2-E533-4D69-A554-5676BDD6F413}" destId="{17B30D7F-0ACD-4035-896B-BC2FF64CECA6}" srcOrd="1" destOrd="0" presId="urn:microsoft.com/office/officeart/2005/8/layout/orgChart1"/>
    <dgm:cxn modelId="{8848D765-AD3D-443B-8FA5-B5742F7E84D6}" type="presParOf" srcId="{2AEF1BF2-E533-4D69-A554-5676BDD6F413}" destId="{DC7C8762-668A-40F4-AD26-778A33EF281C}" srcOrd="2" destOrd="0" presId="urn:microsoft.com/office/officeart/2005/8/layout/orgChart1"/>
    <dgm:cxn modelId="{E03C7E77-97E3-4DED-B7EF-1679B4BAC814}" type="presParOf" srcId="{E3E12725-CF92-4610-A185-46F23D8AD1AF}" destId="{7AE8D7A2-475D-440A-B8BE-B097CD173F6C}" srcOrd="8" destOrd="0" presId="urn:microsoft.com/office/officeart/2005/8/layout/orgChart1"/>
    <dgm:cxn modelId="{548AB222-A11A-4238-AB77-B5A983548284}" type="presParOf" srcId="{E3E12725-CF92-4610-A185-46F23D8AD1AF}" destId="{9D41CB7A-E59B-461C-A024-F0D7FDFDEFA0}" srcOrd="9" destOrd="0" presId="urn:microsoft.com/office/officeart/2005/8/layout/orgChart1"/>
    <dgm:cxn modelId="{264CBF4B-7347-49A0-B965-BAB246D5C887}" type="presParOf" srcId="{9D41CB7A-E59B-461C-A024-F0D7FDFDEFA0}" destId="{37D2DA44-E285-48A5-9D79-201065EE807E}" srcOrd="0" destOrd="0" presId="urn:microsoft.com/office/officeart/2005/8/layout/orgChart1"/>
    <dgm:cxn modelId="{8EF65105-3ADA-4F32-B125-84D98C9520D2}" type="presParOf" srcId="{37D2DA44-E285-48A5-9D79-201065EE807E}" destId="{78E2DE9F-3337-48E2-93F4-72D910AF8D59}" srcOrd="0" destOrd="0" presId="urn:microsoft.com/office/officeart/2005/8/layout/orgChart1"/>
    <dgm:cxn modelId="{EA549F80-CA04-4398-9410-29A37952D0C0}" type="presParOf" srcId="{37D2DA44-E285-48A5-9D79-201065EE807E}" destId="{8D0FFAFD-1CC1-417D-81EB-456EDBEC2B2B}" srcOrd="1" destOrd="0" presId="urn:microsoft.com/office/officeart/2005/8/layout/orgChart1"/>
    <dgm:cxn modelId="{54EC482D-B0A7-4473-B35D-81EAFE069536}" type="presParOf" srcId="{9D41CB7A-E59B-461C-A024-F0D7FDFDEFA0}" destId="{E93AB08E-7A17-4F2E-BE3B-BF49A245EDD2}" srcOrd="1" destOrd="0" presId="urn:microsoft.com/office/officeart/2005/8/layout/orgChart1"/>
    <dgm:cxn modelId="{3EF172CC-B1A9-4262-83D0-BF249CC5BC71}" type="presParOf" srcId="{9D41CB7A-E59B-461C-A024-F0D7FDFDEFA0}" destId="{351D6B4E-164B-41F5-BA92-DDC9B63E1A72}" srcOrd="2" destOrd="0" presId="urn:microsoft.com/office/officeart/2005/8/layout/orgChart1"/>
    <dgm:cxn modelId="{A243983A-760B-44A6-B92F-2373DB6A287F}" type="presParOf" srcId="{E3E12725-CF92-4610-A185-46F23D8AD1AF}" destId="{FAD3E6ED-18B4-48B9-8DB2-4D0DEC6A246B}" srcOrd="10" destOrd="0" presId="urn:microsoft.com/office/officeart/2005/8/layout/orgChart1"/>
    <dgm:cxn modelId="{9BD88FC8-5B52-4C40-A535-F9443A2354B1}" type="presParOf" srcId="{E3E12725-CF92-4610-A185-46F23D8AD1AF}" destId="{BDD0E3EA-51E0-43A3-8CC0-12041CC02B6F}" srcOrd="11" destOrd="0" presId="urn:microsoft.com/office/officeart/2005/8/layout/orgChart1"/>
    <dgm:cxn modelId="{399F0640-7289-4844-906D-C3E295212FCE}" type="presParOf" srcId="{BDD0E3EA-51E0-43A3-8CC0-12041CC02B6F}" destId="{F540FF53-F028-4E7E-8130-432B9B5A7E4E}" srcOrd="0" destOrd="0" presId="urn:microsoft.com/office/officeart/2005/8/layout/orgChart1"/>
    <dgm:cxn modelId="{8B0888CE-3582-451F-97C9-C4AC344C1572}" type="presParOf" srcId="{F540FF53-F028-4E7E-8130-432B9B5A7E4E}" destId="{80620919-AEA0-44D8-B963-749096DB4292}" srcOrd="0" destOrd="0" presId="urn:microsoft.com/office/officeart/2005/8/layout/orgChart1"/>
    <dgm:cxn modelId="{C3551679-D0AE-44CD-A891-D1DA078C3DE0}" type="presParOf" srcId="{F540FF53-F028-4E7E-8130-432B9B5A7E4E}" destId="{73B99D64-AC00-4600-96DC-A194C40A3A22}" srcOrd="1" destOrd="0" presId="urn:microsoft.com/office/officeart/2005/8/layout/orgChart1"/>
    <dgm:cxn modelId="{C10474A8-4EC8-4EAC-A1AE-EBAD5939578A}" type="presParOf" srcId="{BDD0E3EA-51E0-43A3-8CC0-12041CC02B6F}" destId="{42F977FD-D873-4E9F-80F5-657341BC496A}" srcOrd="1" destOrd="0" presId="urn:microsoft.com/office/officeart/2005/8/layout/orgChart1"/>
    <dgm:cxn modelId="{A677D98B-36E1-45FC-90F2-5212F04178B5}" type="presParOf" srcId="{BDD0E3EA-51E0-43A3-8CC0-12041CC02B6F}" destId="{AA964241-015F-4060-AADD-6BCDCAAB0175}" srcOrd="2" destOrd="0" presId="urn:microsoft.com/office/officeart/2005/8/layout/orgChart1"/>
    <dgm:cxn modelId="{91E03647-1197-48F0-A634-07367C585D61}" type="presParOf" srcId="{90FA6887-EE33-4A59-9783-1BC257C5EBC6}" destId="{6179CBB1-02CA-4DEC-92FB-7144EC15B143}" srcOrd="2" destOrd="0" presId="urn:microsoft.com/office/officeart/2005/8/layout/orgChart1"/>
    <dgm:cxn modelId="{DDD01A84-5B3E-4C0B-A2C2-470D8E24C45B}" type="presParOf" srcId="{4B38DD2E-D8C9-4C28-9A66-EF8D4A4D04A8}" destId="{A7691D43-D327-4E13-9539-BACFC9B59831}" srcOrd="6" destOrd="0" presId="urn:microsoft.com/office/officeart/2005/8/layout/orgChart1"/>
    <dgm:cxn modelId="{BCD83D62-112D-4BC2-AE41-67B2CB6F6935}" type="presParOf" srcId="{4B38DD2E-D8C9-4C28-9A66-EF8D4A4D04A8}" destId="{168355AC-1500-4892-ABDA-268E398122A7}" srcOrd="7" destOrd="0" presId="urn:microsoft.com/office/officeart/2005/8/layout/orgChart1"/>
    <dgm:cxn modelId="{A6E73D3C-D977-47EF-B100-077EAFE029E0}" type="presParOf" srcId="{168355AC-1500-4892-ABDA-268E398122A7}" destId="{AA4BE217-3055-40F9-9618-B64D2772313F}" srcOrd="0" destOrd="0" presId="urn:microsoft.com/office/officeart/2005/8/layout/orgChart1"/>
    <dgm:cxn modelId="{B4FE3437-6E7C-4F41-9DAA-6762B6809C10}" type="presParOf" srcId="{AA4BE217-3055-40F9-9618-B64D2772313F}" destId="{462E34CB-8D2C-45E2-91B2-642534F74197}" srcOrd="0" destOrd="0" presId="urn:microsoft.com/office/officeart/2005/8/layout/orgChart1"/>
    <dgm:cxn modelId="{9DB25E15-DDC8-429F-A450-34233F61C9AA}" type="presParOf" srcId="{AA4BE217-3055-40F9-9618-B64D2772313F}" destId="{731FAA8E-F4BC-4DF8-B667-8FC153715DD7}" srcOrd="1" destOrd="0" presId="urn:microsoft.com/office/officeart/2005/8/layout/orgChart1"/>
    <dgm:cxn modelId="{037B12E3-F44D-4A8A-9BAE-B016BB2FA441}" type="presParOf" srcId="{168355AC-1500-4892-ABDA-268E398122A7}" destId="{DF5E5B9A-7AA6-4625-A6BD-FEE5A1836BB1}" srcOrd="1" destOrd="0" presId="urn:microsoft.com/office/officeart/2005/8/layout/orgChart1"/>
    <dgm:cxn modelId="{1D96357C-600B-4741-B824-DB0FFA46542C}" type="presParOf" srcId="{DF5E5B9A-7AA6-4625-A6BD-FEE5A1836BB1}" destId="{441C1F49-84DE-4A65-8376-3ABA62C2E165}" srcOrd="0" destOrd="0" presId="urn:microsoft.com/office/officeart/2005/8/layout/orgChart1"/>
    <dgm:cxn modelId="{F460BACE-7B3B-4E47-A8A0-25F3CA70422D}" type="presParOf" srcId="{DF5E5B9A-7AA6-4625-A6BD-FEE5A1836BB1}" destId="{9E9A9BA3-91AE-425A-A71E-504D7E6086A7}" srcOrd="1" destOrd="0" presId="urn:microsoft.com/office/officeart/2005/8/layout/orgChart1"/>
    <dgm:cxn modelId="{B448199A-74DF-44D7-9657-04AAA804AEE4}" type="presParOf" srcId="{9E9A9BA3-91AE-425A-A71E-504D7E6086A7}" destId="{6D3306C1-F70D-4912-872D-E411B96B848E}" srcOrd="0" destOrd="0" presId="urn:microsoft.com/office/officeart/2005/8/layout/orgChart1"/>
    <dgm:cxn modelId="{DCC7419D-0AFB-47C0-9CAF-713150921509}" type="presParOf" srcId="{6D3306C1-F70D-4912-872D-E411B96B848E}" destId="{F2AE0978-41DB-4A22-900D-FE408B59B491}" srcOrd="0" destOrd="0" presId="urn:microsoft.com/office/officeart/2005/8/layout/orgChart1"/>
    <dgm:cxn modelId="{EFDF21BA-C686-4D1C-9E96-5EF629E73755}" type="presParOf" srcId="{6D3306C1-F70D-4912-872D-E411B96B848E}" destId="{40A89B31-9CD2-47B5-A41F-0A76A588F0A6}" srcOrd="1" destOrd="0" presId="urn:microsoft.com/office/officeart/2005/8/layout/orgChart1"/>
    <dgm:cxn modelId="{52AC0CB6-06AD-4744-B2DB-BE7A6D53694E}" type="presParOf" srcId="{9E9A9BA3-91AE-425A-A71E-504D7E6086A7}" destId="{60AE1605-720C-4BE4-A2B6-3710CA4DD1F6}" srcOrd="1" destOrd="0" presId="urn:microsoft.com/office/officeart/2005/8/layout/orgChart1"/>
    <dgm:cxn modelId="{23DE1DA1-AF70-4BB8-A2C9-C2E00A1E464D}" type="presParOf" srcId="{9E9A9BA3-91AE-425A-A71E-504D7E6086A7}" destId="{4317CB88-C9E3-4D02-BEAE-982C00348A87}" srcOrd="2" destOrd="0" presId="urn:microsoft.com/office/officeart/2005/8/layout/orgChart1"/>
    <dgm:cxn modelId="{7E551678-4C8A-47B3-B247-52C85E34AAD8}" type="presParOf" srcId="{DF5E5B9A-7AA6-4625-A6BD-FEE5A1836BB1}" destId="{BDC229DC-0462-4111-A9C3-D81FBABD3918}" srcOrd="2" destOrd="0" presId="urn:microsoft.com/office/officeart/2005/8/layout/orgChart1"/>
    <dgm:cxn modelId="{1B452394-C2F8-49F8-8995-C80F6EB27901}" type="presParOf" srcId="{DF5E5B9A-7AA6-4625-A6BD-FEE5A1836BB1}" destId="{420D5ABF-14AE-44B2-B48A-38D725AEBE91}" srcOrd="3" destOrd="0" presId="urn:microsoft.com/office/officeart/2005/8/layout/orgChart1"/>
    <dgm:cxn modelId="{E2590ED4-A7C5-4923-9D0C-804ED5A416A6}" type="presParOf" srcId="{420D5ABF-14AE-44B2-B48A-38D725AEBE91}" destId="{98F7738C-BF7D-4FC7-963F-9521710275EE}" srcOrd="0" destOrd="0" presId="urn:microsoft.com/office/officeart/2005/8/layout/orgChart1"/>
    <dgm:cxn modelId="{9CAB7B06-0A3C-40B8-89E7-ACC03869B302}" type="presParOf" srcId="{98F7738C-BF7D-4FC7-963F-9521710275EE}" destId="{012839C2-9FD4-4C8A-817E-E5A30364F182}" srcOrd="0" destOrd="0" presId="urn:microsoft.com/office/officeart/2005/8/layout/orgChart1"/>
    <dgm:cxn modelId="{EF89F0C6-2915-4780-9639-0A7CA3C514EA}" type="presParOf" srcId="{98F7738C-BF7D-4FC7-963F-9521710275EE}" destId="{F5E73284-40C2-4ED5-B4D7-4EAC26E34C19}" srcOrd="1" destOrd="0" presId="urn:microsoft.com/office/officeart/2005/8/layout/orgChart1"/>
    <dgm:cxn modelId="{5563398D-B1CC-4E56-9E93-3FF46BA7E337}" type="presParOf" srcId="{420D5ABF-14AE-44B2-B48A-38D725AEBE91}" destId="{9CE36509-89FD-475F-BAE9-778D9994046C}" srcOrd="1" destOrd="0" presId="urn:microsoft.com/office/officeart/2005/8/layout/orgChart1"/>
    <dgm:cxn modelId="{98E82AF6-E98D-48A5-B2EB-16454D824814}" type="presParOf" srcId="{420D5ABF-14AE-44B2-B48A-38D725AEBE91}" destId="{4128B0F0-3B4D-40CD-B8BF-60EBFC041AFD}" srcOrd="2" destOrd="0" presId="urn:microsoft.com/office/officeart/2005/8/layout/orgChart1"/>
    <dgm:cxn modelId="{55E283FA-7688-477C-BBB3-4CB8526CA1EA}" type="presParOf" srcId="{DF5E5B9A-7AA6-4625-A6BD-FEE5A1836BB1}" destId="{A16C39C0-7E87-4488-B5BD-262A6D527DAA}" srcOrd="4" destOrd="0" presId="urn:microsoft.com/office/officeart/2005/8/layout/orgChart1"/>
    <dgm:cxn modelId="{885301AE-F379-42C5-8B95-2E909A04A7A2}" type="presParOf" srcId="{DF5E5B9A-7AA6-4625-A6BD-FEE5A1836BB1}" destId="{4537B4D5-8E9D-4EAC-B4D5-045F486546F2}" srcOrd="5" destOrd="0" presId="urn:microsoft.com/office/officeart/2005/8/layout/orgChart1"/>
    <dgm:cxn modelId="{4B343F74-5C73-4C86-9D19-1DB4F8C6D937}" type="presParOf" srcId="{4537B4D5-8E9D-4EAC-B4D5-045F486546F2}" destId="{E8948C97-9112-41FC-9ADE-024149B2A14D}" srcOrd="0" destOrd="0" presId="urn:microsoft.com/office/officeart/2005/8/layout/orgChart1"/>
    <dgm:cxn modelId="{78ACCAE3-8FE9-475D-AD1F-0C70667A08ED}" type="presParOf" srcId="{E8948C97-9112-41FC-9ADE-024149B2A14D}" destId="{1F354998-CF66-4807-91D7-2CBB479FB822}" srcOrd="0" destOrd="0" presId="urn:microsoft.com/office/officeart/2005/8/layout/orgChart1"/>
    <dgm:cxn modelId="{45449FE2-0CA7-406A-9396-3E76B433B47A}" type="presParOf" srcId="{E8948C97-9112-41FC-9ADE-024149B2A14D}" destId="{9217A556-D191-4CCB-BAB5-50B1DD31CD8F}" srcOrd="1" destOrd="0" presId="urn:microsoft.com/office/officeart/2005/8/layout/orgChart1"/>
    <dgm:cxn modelId="{C83D2310-0B7E-4AAF-AE74-29CC9424C038}" type="presParOf" srcId="{4537B4D5-8E9D-4EAC-B4D5-045F486546F2}" destId="{7285CFDE-ED52-4B93-87C7-1695EADA61EB}" srcOrd="1" destOrd="0" presId="urn:microsoft.com/office/officeart/2005/8/layout/orgChart1"/>
    <dgm:cxn modelId="{63215E60-42F7-4C30-BEC6-4605AC373951}" type="presParOf" srcId="{4537B4D5-8E9D-4EAC-B4D5-045F486546F2}" destId="{B2DF72D9-8E0F-4CAE-851E-E72D752A6AA8}" srcOrd="2" destOrd="0" presId="urn:microsoft.com/office/officeart/2005/8/layout/orgChart1"/>
    <dgm:cxn modelId="{871E5B07-2609-46B5-801D-2CB6DF740B7D}" type="presParOf" srcId="{DF5E5B9A-7AA6-4625-A6BD-FEE5A1836BB1}" destId="{8B48F5DE-4234-490C-B8E3-CA169BB18863}" srcOrd="6" destOrd="0" presId="urn:microsoft.com/office/officeart/2005/8/layout/orgChart1"/>
    <dgm:cxn modelId="{B004293F-EB55-4C57-AC47-389B558BA1F0}" type="presParOf" srcId="{DF5E5B9A-7AA6-4625-A6BD-FEE5A1836BB1}" destId="{DAA8938D-A1E6-4BDF-A6AC-DB726CC42039}" srcOrd="7" destOrd="0" presId="urn:microsoft.com/office/officeart/2005/8/layout/orgChart1"/>
    <dgm:cxn modelId="{F9CCED31-8FA3-4C3A-B95F-916A1148833F}" type="presParOf" srcId="{DAA8938D-A1E6-4BDF-A6AC-DB726CC42039}" destId="{E9CE3607-538F-4CFD-B6E0-88B682D51278}" srcOrd="0" destOrd="0" presId="urn:microsoft.com/office/officeart/2005/8/layout/orgChart1"/>
    <dgm:cxn modelId="{DA385618-D81E-451B-AAD1-E42DE5581128}" type="presParOf" srcId="{E9CE3607-538F-4CFD-B6E0-88B682D51278}" destId="{8E917D68-A5B7-4651-8C8F-7435C1FA0848}" srcOrd="0" destOrd="0" presId="urn:microsoft.com/office/officeart/2005/8/layout/orgChart1"/>
    <dgm:cxn modelId="{D0183A05-06AA-4362-B1E8-909898B93917}" type="presParOf" srcId="{E9CE3607-538F-4CFD-B6E0-88B682D51278}" destId="{FDD9EAEA-F969-4882-AF51-6515319C1FD0}" srcOrd="1" destOrd="0" presId="urn:microsoft.com/office/officeart/2005/8/layout/orgChart1"/>
    <dgm:cxn modelId="{31E4058B-34FF-43DB-93E5-69B360E475B1}" type="presParOf" srcId="{DAA8938D-A1E6-4BDF-A6AC-DB726CC42039}" destId="{33D21ECB-ABC3-4EE7-8C8F-BEF5B08DC545}" srcOrd="1" destOrd="0" presId="urn:microsoft.com/office/officeart/2005/8/layout/orgChart1"/>
    <dgm:cxn modelId="{5D3B399E-F214-45D5-B795-0778E383F8FE}" type="presParOf" srcId="{DAA8938D-A1E6-4BDF-A6AC-DB726CC42039}" destId="{06AE7BD7-9477-4B7F-A783-EDD9822909CF}" srcOrd="2" destOrd="0" presId="urn:microsoft.com/office/officeart/2005/8/layout/orgChart1"/>
    <dgm:cxn modelId="{D94031A3-7735-4662-9746-3D804ADC2D75}" type="presParOf" srcId="{DF5E5B9A-7AA6-4625-A6BD-FEE5A1836BB1}" destId="{192D31DF-3F50-4D0D-BA32-E78BD74DE300}" srcOrd="8" destOrd="0" presId="urn:microsoft.com/office/officeart/2005/8/layout/orgChart1"/>
    <dgm:cxn modelId="{A77692A1-A950-44C3-BFDB-246D015C1760}" type="presParOf" srcId="{DF5E5B9A-7AA6-4625-A6BD-FEE5A1836BB1}" destId="{A968F7A4-BBE1-424C-9943-2B4B28123D62}" srcOrd="9" destOrd="0" presId="urn:microsoft.com/office/officeart/2005/8/layout/orgChart1"/>
    <dgm:cxn modelId="{84E6D412-B765-425E-98F6-B312CEB7FA12}" type="presParOf" srcId="{A968F7A4-BBE1-424C-9943-2B4B28123D62}" destId="{6DBC21F0-FD32-4CBD-BA31-9BE9A2A54FD5}" srcOrd="0" destOrd="0" presId="urn:microsoft.com/office/officeart/2005/8/layout/orgChart1"/>
    <dgm:cxn modelId="{5A6618F4-C09F-4FC3-9A5F-37EAA3FD36DA}" type="presParOf" srcId="{6DBC21F0-FD32-4CBD-BA31-9BE9A2A54FD5}" destId="{1B3948E2-992C-4F07-9464-7DC35E039163}" srcOrd="0" destOrd="0" presId="urn:microsoft.com/office/officeart/2005/8/layout/orgChart1"/>
    <dgm:cxn modelId="{0DD58A0D-8F53-4608-ACA9-2C3EC1C3DDD8}" type="presParOf" srcId="{6DBC21F0-FD32-4CBD-BA31-9BE9A2A54FD5}" destId="{401A8659-6795-4B0E-B59E-2F99D6E64AB9}" srcOrd="1" destOrd="0" presId="urn:microsoft.com/office/officeart/2005/8/layout/orgChart1"/>
    <dgm:cxn modelId="{819CA02E-E334-4B30-9BDD-FB92E39FE0B0}" type="presParOf" srcId="{A968F7A4-BBE1-424C-9943-2B4B28123D62}" destId="{C68BE00D-5B1D-4ED7-9B50-921D083EEFFE}" srcOrd="1" destOrd="0" presId="urn:microsoft.com/office/officeart/2005/8/layout/orgChart1"/>
    <dgm:cxn modelId="{3113BD8D-F27C-421B-889B-F94997F4CA29}" type="presParOf" srcId="{A968F7A4-BBE1-424C-9943-2B4B28123D62}" destId="{960B723C-96C5-4A92-8B15-7EB3F861A989}" srcOrd="2" destOrd="0" presId="urn:microsoft.com/office/officeart/2005/8/layout/orgChart1"/>
    <dgm:cxn modelId="{07895152-D432-4C98-B10D-5BD40A7BE6A0}" type="presParOf" srcId="{168355AC-1500-4892-ABDA-268E398122A7}" destId="{E6264600-84D8-45C2-854D-74648313BDDC}" srcOrd="2" destOrd="0" presId="urn:microsoft.com/office/officeart/2005/8/layout/orgChart1"/>
    <dgm:cxn modelId="{7856BE6E-F8C5-4788-AF98-E84C282D601F}" type="presParOf" srcId="{41DFE68B-BF38-4B9D-B3A6-8C4F060E9586}" destId="{A4A582D5-D5E7-4E4B-968E-D8AA41E5D2A9}" srcOrd="2" destOrd="0" presId="urn:microsoft.com/office/officeart/2005/8/layout/orgChart1"/>
    <dgm:cxn modelId="{3A2484AE-6FC6-4485-BBC5-42B22B9D0A76}" type="presParOf" srcId="{F3074057-98EC-4724-AD13-096A523C6CB9}" destId="{BBF64121-58AD-4996-9990-A083E635E2A0}" srcOrd="2" destOrd="0" presId="urn:microsoft.com/office/officeart/2005/8/layout/orgChart1"/>
    <dgm:cxn modelId="{88AEB5A6-2B18-4513-B71C-40756A71AF64}" type="presParOf" srcId="{F3074057-98EC-4724-AD13-096A523C6CB9}" destId="{738C72F8-B72F-4565-9829-F4E62EC679B3}" srcOrd="3" destOrd="0" presId="urn:microsoft.com/office/officeart/2005/8/layout/orgChart1"/>
    <dgm:cxn modelId="{3C2CFCDE-B516-4519-BC1B-A039DDAC797B}" type="presParOf" srcId="{738C72F8-B72F-4565-9829-F4E62EC679B3}" destId="{53F02880-9B54-43D9-97D1-D07CB34D3B97}" srcOrd="0" destOrd="0" presId="urn:microsoft.com/office/officeart/2005/8/layout/orgChart1"/>
    <dgm:cxn modelId="{C2FDF5BB-1B2E-44B9-B9D3-8F0BECD15961}" type="presParOf" srcId="{53F02880-9B54-43D9-97D1-D07CB34D3B97}" destId="{3DBC93A4-0883-45A0-AB76-42DEA798BD64}" srcOrd="0" destOrd="0" presId="urn:microsoft.com/office/officeart/2005/8/layout/orgChart1"/>
    <dgm:cxn modelId="{7AB118A9-7957-4C0F-B0C0-2AE86ECDF76C}" type="presParOf" srcId="{53F02880-9B54-43D9-97D1-D07CB34D3B97}" destId="{513C812A-F42B-4EAC-83CB-C249DD3BC121}" srcOrd="1" destOrd="0" presId="urn:microsoft.com/office/officeart/2005/8/layout/orgChart1"/>
    <dgm:cxn modelId="{78FE7C82-8AAD-4525-BF15-01200ECEB869}" type="presParOf" srcId="{738C72F8-B72F-4565-9829-F4E62EC679B3}" destId="{2776067B-BFB6-48AD-B417-7299CBDC718A}" srcOrd="1" destOrd="0" presId="urn:microsoft.com/office/officeart/2005/8/layout/orgChart1"/>
    <dgm:cxn modelId="{89541F30-8A32-4570-A7D3-B4F8166A42C1}" type="presParOf" srcId="{2776067B-BFB6-48AD-B417-7299CBDC718A}" destId="{E36F0F79-F3F7-49E1-8338-F57BBF1F5F98}" srcOrd="0" destOrd="0" presId="urn:microsoft.com/office/officeart/2005/8/layout/orgChart1"/>
    <dgm:cxn modelId="{89CD850F-BBCE-422F-A39D-8F8063917F76}" type="presParOf" srcId="{2776067B-BFB6-48AD-B417-7299CBDC718A}" destId="{C621057A-94FB-48EF-BABA-E5730C3EEBD5}" srcOrd="1" destOrd="0" presId="urn:microsoft.com/office/officeart/2005/8/layout/orgChart1"/>
    <dgm:cxn modelId="{824EDF09-6AE2-43AC-9554-8B735D7E8E00}" type="presParOf" srcId="{C621057A-94FB-48EF-BABA-E5730C3EEBD5}" destId="{7B0CB490-191F-4001-AF79-7F2B1EC3F198}" srcOrd="0" destOrd="0" presId="urn:microsoft.com/office/officeart/2005/8/layout/orgChart1"/>
    <dgm:cxn modelId="{67FF76AB-610E-498B-9CAB-614269891FEF}" type="presParOf" srcId="{7B0CB490-191F-4001-AF79-7F2B1EC3F198}" destId="{E091965D-1A48-4B32-87A7-16C702A891F4}" srcOrd="0" destOrd="0" presId="urn:microsoft.com/office/officeart/2005/8/layout/orgChart1"/>
    <dgm:cxn modelId="{34E1C04B-E0CD-427C-B19A-614900FABFD5}" type="presParOf" srcId="{7B0CB490-191F-4001-AF79-7F2B1EC3F198}" destId="{436042DE-3D5D-4151-832C-983B8410DA61}" srcOrd="1" destOrd="0" presId="urn:microsoft.com/office/officeart/2005/8/layout/orgChart1"/>
    <dgm:cxn modelId="{D0674B34-B8EE-43C5-87EF-AA0C0364518D}" type="presParOf" srcId="{C621057A-94FB-48EF-BABA-E5730C3EEBD5}" destId="{90671D17-20D9-48AA-9CD7-E344393BCCBB}" srcOrd="1" destOrd="0" presId="urn:microsoft.com/office/officeart/2005/8/layout/orgChart1"/>
    <dgm:cxn modelId="{771FA9E9-1869-46F2-BEC5-012188F32651}" type="presParOf" srcId="{90671D17-20D9-48AA-9CD7-E344393BCCBB}" destId="{8E3A5602-10DC-4C25-B796-CBE599822D38}" srcOrd="0" destOrd="0" presId="urn:microsoft.com/office/officeart/2005/8/layout/orgChart1"/>
    <dgm:cxn modelId="{196585C8-D768-4815-82AF-50066DE953BC}" type="presParOf" srcId="{90671D17-20D9-48AA-9CD7-E344393BCCBB}" destId="{94D761D6-855C-4B4F-BB33-466D819F2967}" srcOrd="1" destOrd="0" presId="urn:microsoft.com/office/officeart/2005/8/layout/orgChart1"/>
    <dgm:cxn modelId="{B0CA4661-88A8-4229-8AA0-795A81C9F1B5}" type="presParOf" srcId="{94D761D6-855C-4B4F-BB33-466D819F2967}" destId="{11FE2682-EE2D-4DF8-AA32-5CA1522609E9}" srcOrd="0" destOrd="0" presId="urn:microsoft.com/office/officeart/2005/8/layout/orgChart1"/>
    <dgm:cxn modelId="{26ABC3C8-63E5-4298-8853-8C2EFAA78879}" type="presParOf" srcId="{11FE2682-EE2D-4DF8-AA32-5CA1522609E9}" destId="{0A94FF5B-4CFC-4873-A529-F16518F14454}" srcOrd="0" destOrd="0" presId="urn:microsoft.com/office/officeart/2005/8/layout/orgChart1"/>
    <dgm:cxn modelId="{BA518F38-4A5C-412D-8410-3C71BC56F26C}" type="presParOf" srcId="{11FE2682-EE2D-4DF8-AA32-5CA1522609E9}" destId="{3F1CA42F-D002-40EF-A028-4D6798579974}" srcOrd="1" destOrd="0" presId="urn:microsoft.com/office/officeart/2005/8/layout/orgChart1"/>
    <dgm:cxn modelId="{68ECD4E0-A1C9-4C7E-A2E8-18E858E043F8}" type="presParOf" srcId="{94D761D6-855C-4B4F-BB33-466D819F2967}" destId="{ADE4E724-77E1-49DB-B1D3-86705CADFDA3}" srcOrd="1" destOrd="0" presId="urn:microsoft.com/office/officeart/2005/8/layout/orgChart1"/>
    <dgm:cxn modelId="{BF39ADB3-1C5C-400A-9983-A9ABA20C2E95}" type="presParOf" srcId="{94D761D6-855C-4B4F-BB33-466D819F2967}" destId="{71ADB3AA-7B7D-4513-BF5A-86D2B1EB5968}" srcOrd="2" destOrd="0" presId="urn:microsoft.com/office/officeart/2005/8/layout/orgChart1"/>
    <dgm:cxn modelId="{B140F698-68FB-4905-B4EB-4324D62B87B4}" type="presParOf" srcId="{90671D17-20D9-48AA-9CD7-E344393BCCBB}" destId="{376755D6-D056-40F9-ABB9-30D500172D16}" srcOrd="2" destOrd="0" presId="urn:microsoft.com/office/officeart/2005/8/layout/orgChart1"/>
    <dgm:cxn modelId="{5A7B88EC-5AB8-4244-A546-7401A5D6B602}" type="presParOf" srcId="{90671D17-20D9-48AA-9CD7-E344393BCCBB}" destId="{6B78DE8D-BF39-4A3C-8760-5B63E0285064}" srcOrd="3" destOrd="0" presId="urn:microsoft.com/office/officeart/2005/8/layout/orgChart1"/>
    <dgm:cxn modelId="{3461DE0B-E3FB-4576-BFA1-818CFEC07A00}" type="presParOf" srcId="{6B78DE8D-BF39-4A3C-8760-5B63E0285064}" destId="{B6FDAD32-B2EA-4E35-8C49-1CFAE593051A}" srcOrd="0" destOrd="0" presId="urn:microsoft.com/office/officeart/2005/8/layout/orgChart1"/>
    <dgm:cxn modelId="{C0A5A123-6D34-43B9-890A-DA57261E9BB6}" type="presParOf" srcId="{B6FDAD32-B2EA-4E35-8C49-1CFAE593051A}" destId="{6C7B74F0-F8D9-4669-9D4E-5F1E8543119A}" srcOrd="0" destOrd="0" presId="urn:microsoft.com/office/officeart/2005/8/layout/orgChart1"/>
    <dgm:cxn modelId="{233368CC-326B-4B9E-A6FE-E206908F052A}" type="presParOf" srcId="{B6FDAD32-B2EA-4E35-8C49-1CFAE593051A}" destId="{5ED4BD9D-356A-4034-825A-A2711943F77C}" srcOrd="1" destOrd="0" presId="urn:microsoft.com/office/officeart/2005/8/layout/orgChart1"/>
    <dgm:cxn modelId="{31267D2B-06B6-48F8-B270-F6EA7A2358F5}" type="presParOf" srcId="{6B78DE8D-BF39-4A3C-8760-5B63E0285064}" destId="{E7E6EA11-9F6B-4826-8765-1A06FF4C95A7}" srcOrd="1" destOrd="0" presId="urn:microsoft.com/office/officeart/2005/8/layout/orgChart1"/>
    <dgm:cxn modelId="{7B2E4429-A40E-4D85-8A68-9DA0C8411F15}" type="presParOf" srcId="{6B78DE8D-BF39-4A3C-8760-5B63E0285064}" destId="{7F2EEC03-64C7-4A12-97CF-90B5D8A3BA22}" srcOrd="2" destOrd="0" presId="urn:microsoft.com/office/officeart/2005/8/layout/orgChart1"/>
    <dgm:cxn modelId="{1D137195-CE9A-4E07-8D30-516F2650EDDA}" type="presParOf" srcId="{90671D17-20D9-48AA-9CD7-E344393BCCBB}" destId="{F03ABC73-91AF-4370-8A08-833B3D45D25F}" srcOrd="4" destOrd="0" presId="urn:microsoft.com/office/officeart/2005/8/layout/orgChart1"/>
    <dgm:cxn modelId="{DF87BD14-4477-4C14-99E0-97BBAF6E2BCE}" type="presParOf" srcId="{90671D17-20D9-48AA-9CD7-E344393BCCBB}" destId="{8BBE7887-8119-4562-A1B0-DDD20C4C6620}" srcOrd="5" destOrd="0" presId="urn:microsoft.com/office/officeart/2005/8/layout/orgChart1"/>
    <dgm:cxn modelId="{7C86569A-156F-48A3-A32D-5878613ACCC3}" type="presParOf" srcId="{8BBE7887-8119-4562-A1B0-DDD20C4C6620}" destId="{ADA9D0EA-750B-4558-8239-C8A6C1E50A27}" srcOrd="0" destOrd="0" presId="urn:microsoft.com/office/officeart/2005/8/layout/orgChart1"/>
    <dgm:cxn modelId="{9BE45BE9-7276-42A2-B53F-C45E19BFF4E3}" type="presParOf" srcId="{ADA9D0EA-750B-4558-8239-C8A6C1E50A27}" destId="{7D33BE54-71C5-433C-9381-03342A574AF5}" srcOrd="0" destOrd="0" presId="urn:microsoft.com/office/officeart/2005/8/layout/orgChart1"/>
    <dgm:cxn modelId="{300EA0D6-75F7-4DC5-AF37-FB4EF78291CE}" type="presParOf" srcId="{ADA9D0EA-750B-4558-8239-C8A6C1E50A27}" destId="{BD717287-15DF-4402-A548-2BF092056823}" srcOrd="1" destOrd="0" presId="urn:microsoft.com/office/officeart/2005/8/layout/orgChart1"/>
    <dgm:cxn modelId="{4D20710D-5AF1-4B07-94BD-73A44819A978}" type="presParOf" srcId="{8BBE7887-8119-4562-A1B0-DDD20C4C6620}" destId="{64017DA5-54AE-4EE9-B7D2-3CF575B218A1}" srcOrd="1" destOrd="0" presId="urn:microsoft.com/office/officeart/2005/8/layout/orgChart1"/>
    <dgm:cxn modelId="{01F07E75-5EB0-45E1-A882-F09946A285E6}" type="presParOf" srcId="{8BBE7887-8119-4562-A1B0-DDD20C4C6620}" destId="{0B98E046-9CF9-4A99-B7F9-2A5D99E22946}" srcOrd="2" destOrd="0" presId="urn:microsoft.com/office/officeart/2005/8/layout/orgChart1"/>
    <dgm:cxn modelId="{0F9F9F52-EADA-4CE1-8641-18A5337A7691}" type="presParOf" srcId="{90671D17-20D9-48AA-9CD7-E344393BCCBB}" destId="{635F3F92-72F9-4D52-A50E-B96A54F5F5D6}" srcOrd="6" destOrd="0" presId="urn:microsoft.com/office/officeart/2005/8/layout/orgChart1"/>
    <dgm:cxn modelId="{19058CAE-86E9-43D0-8FAC-AAB4D031DA1B}" type="presParOf" srcId="{90671D17-20D9-48AA-9CD7-E344393BCCBB}" destId="{D1050351-19EB-4267-AC9E-FD189B6F67FA}" srcOrd="7" destOrd="0" presId="urn:microsoft.com/office/officeart/2005/8/layout/orgChart1"/>
    <dgm:cxn modelId="{82F01082-C8FD-4EA1-AA98-3E4B007B7B1E}" type="presParOf" srcId="{D1050351-19EB-4267-AC9E-FD189B6F67FA}" destId="{95F415C8-AAD2-48A8-A307-75FA5CE8F9A1}" srcOrd="0" destOrd="0" presId="urn:microsoft.com/office/officeart/2005/8/layout/orgChart1"/>
    <dgm:cxn modelId="{A93AAA12-7A54-4652-875F-7219CBFCE051}" type="presParOf" srcId="{95F415C8-AAD2-48A8-A307-75FA5CE8F9A1}" destId="{C7B0AFD6-60A2-4BB9-863C-B889D9004DB4}" srcOrd="0" destOrd="0" presId="urn:microsoft.com/office/officeart/2005/8/layout/orgChart1"/>
    <dgm:cxn modelId="{66A24778-DAE2-4C0D-9DE6-F64057D9472E}" type="presParOf" srcId="{95F415C8-AAD2-48A8-A307-75FA5CE8F9A1}" destId="{BF6FA832-1647-4387-AB6D-12B7840308D2}" srcOrd="1" destOrd="0" presId="urn:microsoft.com/office/officeart/2005/8/layout/orgChart1"/>
    <dgm:cxn modelId="{CFAFBFB8-1FA8-4AD4-892C-51279030AD88}" type="presParOf" srcId="{D1050351-19EB-4267-AC9E-FD189B6F67FA}" destId="{12F1BDBF-E1D9-41D5-BDC1-CE6D4C7E0CE2}" srcOrd="1" destOrd="0" presId="urn:microsoft.com/office/officeart/2005/8/layout/orgChart1"/>
    <dgm:cxn modelId="{FC470FF7-A5E3-4102-9BFF-96ACD25F750B}" type="presParOf" srcId="{D1050351-19EB-4267-AC9E-FD189B6F67FA}" destId="{338DFA48-51F0-45DE-89E0-F10F44E38A39}" srcOrd="2" destOrd="0" presId="urn:microsoft.com/office/officeart/2005/8/layout/orgChart1"/>
    <dgm:cxn modelId="{2D74AFF1-C1B6-467D-B33D-EC8BBA7547C8}" type="presParOf" srcId="{90671D17-20D9-48AA-9CD7-E344393BCCBB}" destId="{E0FF4F7E-E4C7-41C9-85EC-E753ABFC60E2}" srcOrd="8" destOrd="0" presId="urn:microsoft.com/office/officeart/2005/8/layout/orgChart1"/>
    <dgm:cxn modelId="{59CA2598-8C15-4FE1-95ED-8A77DF1455FE}" type="presParOf" srcId="{90671D17-20D9-48AA-9CD7-E344393BCCBB}" destId="{B364D95F-D826-412A-A3CE-954ACD3E24EF}" srcOrd="9" destOrd="0" presId="urn:microsoft.com/office/officeart/2005/8/layout/orgChart1"/>
    <dgm:cxn modelId="{C6E9CA3D-0042-4CB1-8BD5-6F32404D3B20}" type="presParOf" srcId="{B364D95F-D826-412A-A3CE-954ACD3E24EF}" destId="{85979F1C-2914-4B3C-988A-E7230F470CF6}" srcOrd="0" destOrd="0" presId="urn:microsoft.com/office/officeart/2005/8/layout/orgChart1"/>
    <dgm:cxn modelId="{4A31DD29-532C-4022-AC9D-AF5184AAEC05}" type="presParOf" srcId="{85979F1C-2914-4B3C-988A-E7230F470CF6}" destId="{C33D7DFD-08F7-4114-A454-52C8C215FA6F}" srcOrd="0" destOrd="0" presId="urn:microsoft.com/office/officeart/2005/8/layout/orgChart1"/>
    <dgm:cxn modelId="{8AC2FF25-6467-4A4A-A7BB-BB8BAB197092}" type="presParOf" srcId="{85979F1C-2914-4B3C-988A-E7230F470CF6}" destId="{6BE3CF9D-BE9D-439A-BA05-F446F60A4169}" srcOrd="1" destOrd="0" presId="urn:microsoft.com/office/officeart/2005/8/layout/orgChart1"/>
    <dgm:cxn modelId="{05A22977-BDFA-4B40-8AF1-4D0F836A9311}" type="presParOf" srcId="{B364D95F-D826-412A-A3CE-954ACD3E24EF}" destId="{10FE44B2-98E5-4D72-9E94-F723E36225CA}" srcOrd="1" destOrd="0" presId="urn:microsoft.com/office/officeart/2005/8/layout/orgChart1"/>
    <dgm:cxn modelId="{344E4F48-BAFB-4405-A10B-F656B36B0BE7}" type="presParOf" srcId="{B364D95F-D826-412A-A3CE-954ACD3E24EF}" destId="{CFB74E7D-CD82-48EE-94D2-B23F4250BA9D}" srcOrd="2" destOrd="0" presId="urn:microsoft.com/office/officeart/2005/8/layout/orgChart1"/>
    <dgm:cxn modelId="{50858C32-C9EA-4E66-B1FF-08866A9CA296}" type="presParOf" srcId="{C621057A-94FB-48EF-BABA-E5730C3EEBD5}" destId="{1BB27D12-990F-4FBD-BA12-8E1891C585CF}" srcOrd="2" destOrd="0" presId="urn:microsoft.com/office/officeart/2005/8/layout/orgChart1"/>
    <dgm:cxn modelId="{84D2D331-2FC5-4BE5-9E68-81E1093DE1FF}" type="presParOf" srcId="{2776067B-BFB6-48AD-B417-7299CBDC718A}" destId="{D4992D75-8D77-43BF-9C09-52C5EF1D4261}" srcOrd="2" destOrd="0" presId="urn:microsoft.com/office/officeart/2005/8/layout/orgChart1"/>
    <dgm:cxn modelId="{45E9651E-CD98-47B6-AD9E-D58C5D2B1FCB}" type="presParOf" srcId="{2776067B-BFB6-48AD-B417-7299CBDC718A}" destId="{247238A4-6167-4CFE-AA71-F2985DF0F088}" srcOrd="3" destOrd="0" presId="urn:microsoft.com/office/officeart/2005/8/layout/orgChart1"/>
    <dgm:cxn modelId="{C7F40AEE-0001-4E18-AF75-0EDFAB39CD6C}" type="presParOf" srcId="{247238A4-6167-4CFE-AA71-F2985DF0F088}" destId="{C2C666D9-58A6-4BEA-82AE-562A6CB0E614}" srcOrd="0" destOrd="0" presId="urn:microsoft.com/office/officeart/2005/8/layout/orgChart1"/>
    <dgm:cxn modelId="{1F417295-69E7-4E1E-AFB5-FFA74EB8EDB0}" type="presParOf" srcId="{C2C666D9-58A6-4BEA-82AE-562A6CB0E614}" destId="{2F537B09-B3E4-4784-8840-3164DFA80CC5}" srcOrd="0" destOrd="0" presId="urn:microsoft.com/office/officeart/2005/8/layout/orgChart1"/>
    <dgm:cxn modelId="{D42E4B6D-A69C-4CDF-8C14-BD65F9E993DD}" type="presParOf" srcId="{C2C666D9-58A6-4BEA-82AE-562A6CB0E614}" destId="{59B94BD0-808C-4AA5-9E1B-F49DC49529B6}" srcOrd="1" destOrd="0" presId="urn:microsoft.com/office/officeart/2005/8/layout/orgChart1"/>
    <dgm:cxn modelId="{99B24497-F4AE-4C74-9F1B-83557E980415}" type="presParOf" srcId="{247238A4-6167-4CFE-AA71-F2985DF0F088}" destId="{FD161F61-170F-4CA8-9A12-79323848BC03}" srcOrd="1" destOrd="0" presId="urn:microsoft.com/office/officeart/2005/8/layout/orgChart1"/>
    <dgm:cxn modelId="{51A2BAAB-330E-4B2A-A467-DCE7F39AB7D6}" type="presParOf" srcId="{FD161F61-170F-4CA8-9A12-79323848BC03}" destId="{14EC14E7-B834-488C-A764-5CF1B3593DF0}" srcOrd="0" destOrd="0" presId="urn:microsoft.com/office/officeart/2005/8/layout/orgChart1"/>
    <dgm:cxn modelId="{DBC2F1ED-1D7B-4249-B10F-A3807917D773}" type="presParOf" srcId="{FD161F61-170F-4CA8-9A12-79323848BC03}" destId="{BF13EF73-327F-460D-82BA-33F20CBD5C28}" srcOrd="1" destOrd="0" presId="urn:microsoft.com/office/officeart/2005/8/layout/orgChart1"/>
    <dgm:cxn modelId="{318C1B5D-28CB-4AEF-B82C-CEF02042E55B}" type="presParOf" srcId="{BF13EF73-327F-460D-82BA-33F20CBD5C28}" destId="{2FB5A2F8-5FE1-4080-92E2-6E196225853B}" srcOrd="0" destOrd="0" presId="urn:microsoft.com/office/officeart/2005/8/layout/orgChart1"/>
    <dgm:cxn modelId="{8BB26016-B835-4C67-AF1E-56A5A4E4EAAD}" type="presParOf" srcId="{2FB5A2F8-5FE1-4080-92E2-6E196225853B}" destId="{5817A5CA-926A-4A9B-8D24-C9C8CC0515C7}" srcOrd="0" destOrd="0" presId="urn:microsoft.com/office/officeart/2005/8/layout/orgChart1"/>
    <dgm:cxn modelId="{C5E29CB8-9B0B-4240-8A1F-3938EA9C18F1}" type="presParOf" srcId="{2FB5A2F8-5FE1-4080-92E2-6E196225853B}" destId="{D0E78AA6-F0F2-40CD-9996-3607AC477540}" srcOrd="1" destOrd="0" presId="urn:microsoft.com/office/officeart/2005/8/layout/orgChart1"/>
    <dgm:cxn modelId="{C1EFF44D-804B-4ADA-84D3-563BDC34F4EE}" type="presParOf" srcId="{BF13EF73-327F-460D-82BA-33F20CBD5C28}" destId="{7041B845-1825-4531-91A1-869535ADF019}" srcOrd="1" destOrd="0" presId="urn:microsoft.com/office/officeart/2005/8/layout/orgChart1"/>
    <dgm:cxn modelId="{82F46BCC-2C7D-490B-BCFE-1104329F1C64}" type="presParOf" srcId="{BF13EF73-327F-460D-82BA-33F20CBD5C28}" destId="{2FC72B47-8BA0-4E1B-A157-1A2FCC803838}" srcOrd="2" destOrd="0" presId="urn:microsoft.com/office/officeart/2005/8/layout/orgChart1"/>
    <dgm:cxn modelId="{10213A71-E7B1-458F-BC48-940BF3F6D0EB}" type="presParOf" srcId="{FD161F61-170F-4CA8-9A12-79323848BC03}" destId="{3034A903-B9CD-493D-99BB-EF6AA1B1E000}" srcOrd="2" destOrd="0" presId="urn:microsoft.com/office/officeart/2005/8/layout/orgChart1"/>
    <dgm:cxn modelId="{698073AE-0E4D-4C21-835E-B33F250BBB99}" type="presParOf" srcId="{FD161F61-170F-4CA8-9A12-79323848BC03}" destId="{A7FB3020-4454-4227-8C40-4F4F3B16C377}" srcOrd="3" destOrd="0" presId="urn:microsoft.com/office/officeart/2005/8/layout/orgChart1"/>
    <dgm:cxn modelId="{196FC16F-B019-4DC6-B85D-043D077178DB}" type="presParOf" srcId="{A7FB3020-4454-4227-8C40-4F4F3B16C377}" destId="{9C3AD13E-81BE-47C2-84BF-F29D2E5295C1}" srcOrd="0" destOrd="0" presId="urn:microsoft.com/office/officeart/2005/8/layout/orgChart1"/>
    <dgm:cxn modelId="{E6FA1925-A3FB-4BC1-B126-8F3BA7749C53}" type="presParOf" srcId="{9C3AD13E-81BE-47C2-84BF-F29D2E5295C1}" destId="{5C41053D-0777-4496-848D-B2688750CFCA}" srcOrd="0" destOrd="0" presId="urn:microsoft.com/office/officeart/2005/8/layout/orgChart1"/>
    <dgm:cxn modelId="{8EBB243A-1674-4F65-8C37-16183AC71441}" type="presParOf" srcId="{9C3AD13E-81BE-47C2-84BF-F29D2E5295C1}" destId="{0C1C3C28-F62F-437F-B68A-F7842830E8F6}" srcOrd="1" destOrd="0" presId="urn:microsoft.com/office/officeart/2005/8/layout/orgChart1"/>
    <dgm:cxn modelId="{5EFAB9F4-E7E0-4DEE-933A-BA24723B358D}" type="presParOf" srcId="{A7FB3020-4454-4227-8C40-4F4F3B16C377}" destId="{5AD3E097-65E9-4EB8-B93C-2865A415E352}" srcOrd="1" destOrd="0" presId="urn:microsoft.com/office/officeart/2005/8/layout/orgChart1"/>
    <dgm:cxn modelId="{5343C822-754A-4EA6-895B-0E06F8E7CF31}" type="presParOf" srcId="{A7FB3020-4454-4227-8C40-4F4F3B16C377}" destId="{EB9B19F5-F374-4938-8850-D682717D20B8}" srcOrd="2" destOrd="0" presId="urn:microsoft.com/office/officeart/2005/8/layout/orgChart1"/>
    <dgm:cxn modelId="{155814CD-C85A-4EBC-814E-24B12C5211F4}" type="presParOf" srcId="{FD161F61-170F-4CA8-9A12-79323848BC03}" destId="{7F9E155F-8FF9-4D7C-9368-83EF01780FDA}" srcOrd="4" destOrd="0" presId="urn:microsoft.com/office/officeart/2005/8/layout/orgChart1"/>
    <dgm:cxn modelId="{C4770AE3-9D3B-4889-9A0F-C4EEF3013053}" type="presParOf" srcId="{FD161F61-170F-4CA8-9A12-79323848BC03}" destId="{8744FF2E-91A7-45B6-9CAC-5589FC8CD1C9}" srcOrd="5" destOrd="0" presId="urn:microsoft.com/office/officeart/2005/8/layout/orgChart1"/>
    <dgm:cxn modelId="{4BBD7EB1-F0C4-4707-8F0E-C912EAD38A29}" type="presParOf" srcId="{8744FF2E-91A7-45B6-9CAC-5589FC8CD1C9}" destId="{52649CF2-B5C0-4104-9924-3CBFAE12A3F0}" srcOrd="0" destOrd="0" presId="urn:microsoft.com/office/officeart/2005/8/layout/orgChart1"/>
    <dgm:cxn modelId="{6D81CBDA-4E94-438A-9A81-4035E52FBFED}" type="presParOf" srcId="{52649CF2-B5C0-4104-9924-3CBFAE12A3F0}" destId="{F0329064-EC6D-4FE2-9FC1-CE7C83E36737}" srcOrd="0" destOrd="0" presId="urn:microsoft.com/office/officeart/2005/8/layout/orgChart1"/>
    <dgm:cxn modelId="{1471B854-F741-4523-B28E-261CB33D0192}" type="presParOf" srcId="{52649CF2-B5C0-4104-9924-3CBFAE12A3F0}" destId="{53748116-4071-42B5-A6AB-161AF519B57D}" srcOrd="1" destOrd="0" presId="urn:microsoft.com/office/officeart/2005/8/layout/orgChart1"/>
    <dgm:cxn modelId="{22AA7B52-EE4E-43DE-97E0-4B9011740673}" type="presParOf" srcId="{8744FF2E-91A7-45B6-9CAC-5589FC8CD1C9}" destId="{EFE7934A-2C66-4BF3-86AF-F7A971F5267E}" srcOrd="1" destOrd="0" presId="urn:microsoft.com/office/officeart/2005/8/layout/orgChart1"/>
    <dgm:cxn modelId="{97D7A9A1-B655-4CA2-97C6-A113869819FE}" type="presParOf" srcId="{8744FF2E-91A7-45B6-9CAC-5589FC8CD1C9}" destId="{43ED2FE7-FF4E-4928-A699-D5C05F9BE7A9}" srcOrd="2" destOrd="0" presId="urn:microsoft.com/office/officeart/2005/8/layout/orgChart1"/>
    <dgm:cxn modelId="{1D1F9044-66EC-49FD-BBE7-47B06B7B73E4}" type="presParOf" srcId="{FD161F61-170F-4CA8-9A12-79323848BC03}" destId="{F64C01D9-4233-4644-A54E-2F3086717D93}" srcOrd="6" destOrd="0" presId="urn:microsoft.com/office/officeart/2005/8/layout/orgChart1"/>
    <dgm:cxn modelId="{B6F07745-AD3E-437E-854A-D6D4934BA309}" type="presParOf" srcId="{FD161F61-170F-4CA8-9A12-79323848BC03}" destId="{F3B11CC8-1AAF-42B2-8768-7F844203E48A}" srcOrd="7" destOrd="0" presId="urn:microsoft.com/office/officeart/2005/8/layout/orgChart1"/>
    <dgm:cxn modelId="{A5C6C6A4-4E0F-45E0-9A5B-321537DDEC9C}" type="presParOf" srcId="{F3B11CC8-1AAF-42B2-8768-7F844203E48A}" destId="{5943A98A-6DA2-4832-80B4-84F59161C489}" srcOrd="0" destOrd="0" presId="urn:microsoft.com/office/officeart/2005/8/layout/orgChart1"/>
    <dgm:cxn modelId="{502DE223-31A4-4210-80A1-65853FB3F15E}" type="presParOf" srcId="{5943A98A-6DA2-4832-80B4-84F59161C489}" destId="{3F2DF6B6-2EEA-46D0-87C7-AF2549BC5DFD}" srcOrd="0" destOrd="0" presId="urn:microsoft.com/office/officeart/2005/8/layout/orgChart1"/>
    <dgm:cxn modelId="{8EDA87DE-4AFE-42AD-B303-7234219EC572}" type="presParOf" srcId="{5943A98A-6DA2-4832-80B4-84F59161C489}" destId="{0681D108-5669-4D71-B38C-D48BF1B79F90}" srcOrd="1" destOrd="0" presId="urn:microsoft.com/office/officeart/2005/8/layout/orgChart1"/>
    <dgm:cxn modelId="{4D78AED0-3AF4-425E-8F80-C593570F6774}" type="presParOf" srcId="{F3B11CC8-1AAF-42B2-8768-7F844203E48A}" destId="{B49CEB28-AB1E-4FA0-AC0A-09136AB55BBA}" srcOrd="1" destOrd="0" presId="urn:microsoft.com/office/officeart/2005/8/layout/orgChart1"/>
    <dgm:cxn modelId="{ADBE341E-44AB-48C6-BAB1-E777DD675A7C}" type="presParOf" srcId="{F3B11CC8-1AAF-42B2-8768-7F844203E48A}" destId="{FB56ACB6-8383-4024-97F3-DF6984CD263E}" srcOrd="2" destOrd="0" presId="urn:microsoft.com/office/officeart/2005/8/layout/orgChart1"/>
    <dgm:cxn modelId="{055F8A15-16F1-4740-AE67-340B3EF3D03C}" type="presParOf" srcId="{247238A4-6167-4CFE-AA71-F2985DF0F088}" destId="{EA622D0C-FC2A-467B-AE78-0010AE8EABA5}" srcOrd="2" destOrd="0" presId="urn:microsoft.com/office/officeart/2005/8/layout/orgChart1"/>
    <dgm:cxn modelId="{C5B99FC8-8301-415E-A342-E51283C96139}" type="presParOf" srcId="{738C72F8-B72F-4565-9829-F4E62EC679B3}" destId="{36942E83-C2CA-4130-987D-E447F3A75FAA}" srcOrd="2" destOrd="0" presId="urn:microsoft.com/office/officeart/2005/8/layout/orgChart1"/>
    <dgm:cxn modelId="{B080ADF4-F8D7-4490-ADF1-7779B2F5687F}" type="presParOf" srcId="{F3074057-98EC-4724-AD13-096A523C6CB9}" destId="{8D210E04-4649-4FDA-98D3-24627E6C27FA}" srcOrd="4" destOrd="0" presId="urn:microsoft.com/office/officeart/2005/8/layout/orgChart1"/>
    <dgm:cxn modelId="{14574CA7-2C32-4C68-8551-37BE03846642}" type="presParOf" srcId="{F3074057-98EC-4724-AD13-096A523C6CB9}" destId="{C72BA5A6-B2FB-45B8-8F06-312C97D2DBA4}" srcOrd="5" destOrd="0" presId="urn:microsoft.com/office/officeart/2005/8/layout/orgChart1"/>
    <dgm:cxn modelId="{A31D469D-E6F8-498D-9974-2C0DC4810F34}" type="presParOf" srcId="{C72BA5A6-B2FB-45B8-8F06-312C97D2DBA4}" destId="{BC98B1CD-B06C-4C8F-82B9-3B1770C7A347}" srcOrd="0" destOrd="0" presId="urn:microsoft.com/office/officeart/2005/8/layout/orgChart1"/>
    <dgm:cxn modelId="{9F51DBC3-8264-44FF-83C6-324EE53D9F94}" type="presParOf" srcId="{BC98B1CD-B06C-4C8F-82B9-3B1770C7A347}" destId="{3451A8F9-42C2-42B2-9953-ED705A8C006D}" srcOrd="0" destOrd="0" presId="urn:microsoft.com/office/officeart/2005/8/layout/orgChart1"/>
    <dgm:cxn modelId="{15EEFBAA-0AC3-4388-A3FA-29303A7FFE5A}" type="presParOf" srcId="{BC98B1CD-B06C-4C8F-82B9-3B1770C7A347}" destId="{83385DA3-C5EF-449E-851A-2D2E7705F75E}" srcOrd="1" destOrd="0" presId="urn:microsoft.com/office/officeart/2005/8/layout/orgChart1"/>
    <dgm:cxn modelId="{F1498829-C75A-48A3-AE6D-DD6AF3D6CABA}" type="presParOf" srcId="{C72BA5A6-B2FB-45B8-8F06-312C97D2DBA4}" destId="{F1242A79-13AE-4F4B-9870-F22617892B31}" srcOrd="1" destOrd="0" presId="urn:microsoft.com/office/officeart/2005/8/layout/orgChart1"/>
    <dgm:cxn modelId="{BACD8962-A649-4751-8A7A-51F27F1355E6}" type="presParOf" srcId="{F1242A79-13AE-4F4B-9870-F22617892B31}" destId="{1411F92D-11B8-485E-BD22-84A620EE9BB8}" srcOrd="0" destOrd="0" presId="urn:microsoft.com/office/officeart/2005/8/layout/orgChart1"/>
    <dgm:cxn modelId="{23B61D4E-7300-4DF4-BB66-8C0DF66BEA7C}" type="presParOf" srcId="{F1242A79-13AE-4F4B-9870-F22617892B31}" destId="{81A85CB4-9BFA-4897-9EED-F037C2C3D7B8}" srcOrd="1" destOrd="0" presId="urn:microsoft.com/office/officeart/2005/8/layout/orgChart1"/>
    <dgm:cxn modelId="{5A63F478-E19A-4207-8435-215DDBCDFF4E}" type="presParOf" srcId="{81A85CB4-9BFA-4897-9EED-F037C2C3D7B8}" destId="{8604BD5E-8014-4846-A131-8AB27F07D74E}" srcOrd="0" destOrd="0" presId="urn:microsoft.com/office/officeart/2005/8/layout/orgChart1"/>
    <dgm:cxn modelId="{BE7C0DEC-CAFF-4BDE-8AA5-1DFB602B6785}" type="presParOf" srcId="{8604BD5E-8014-4846-A131-8AB27F07D74E}" destId="{DC6673C2-BB83-4AEF-BE01-B49A75D21211}" srcOrd="0" destOrd="0" presId="urn:microsoft.com/office/officeart/2005/8/layout/orgChart1"/>
    <dgm:cxn modelId="{B3088C42-3234-4DC6-91C0-E2ECB946C283}" type="presParOf" srcId="{8604BD5E-8014-4846-A131-8AB27F07D74E}" destId="{415292A9-960B-41C4-834A-6358F14CFCB6}" srcOrd="1" destOrd="0" presId="urn:microsoft.com/office/officeart/2005/8/layout/orgChart1"/>
    <dgm:cxn modelId="{F8424DD2-1DEB-4CCA-8972-725EA8F5D037}" type="presParOf" srcId="{81A85CB4-9BFA-4897-9EED-F037C2C3D7B8}" destId="{CB81ABD9-B6DF-436C-B5AF-E5F1F3E58528}" srcOrd="1" destOrd="0" presId="urn:microsoft.com/office/officeart/2005/8/layout/orgChart1"/>
    <dgm:cxn modelId="{9F406DB4-646B-47AE-BE92-04B1229D7705}" type="presParOf" srcId="{81A85CB4-9BFA-4897-9EED-F037C2C3D7B8}" destId="{9632393A-7C85-4D0D-BBE8-8DF2FDD06414}" srcOrd="2" destOrd="0" presId="urn:microsoft.com/office/officeart/2005/8/layout/orgChart1"/>
    <dgm:cxn modelId="{6856D56B-B979-4C2C-AA31-63405E2A81D7}" type="presParOf" srcId="{F1242A79-13AE-4F4B-9870-F22617892B31}" destId="{91A9DA77-992E-402A-AF82-113DCDCA17DF}" srcOrd="2" destOrd="0" presId="urn:microsoft.com/office/officeart/2005/8/layout/orgChart1"/>
    <dgm:cxn modelId="{FFACB6DD-A571-4B97-8588-C4CB074C63E5}" type="presParOf" srcId="{F1242A79-13AE-4F4B-9870-F22617892B31}" destId="{17205892-AA28-4D95-9354-50EAA877160D}" srcOrd="3" destOrd="0" presId="urn:microsoft.com/office/officeart/2005/8/layout/orgChart1"/>
    <dgm:cxn modelId="{E90E2C4F-DC18-41A9-881D-1DF7C6769471}" type="presParOf" srcId="{17205892-AA28-4D95-9354-50EAA877160D}" destId="{351030FF-0482-4C83-A9D7-74CAF5B027DB}" srcOrd="0" destOrd="0" presId="urn:microsoft.com/office/officeart/2005/8/layout/orgChart1"/>
    <dgm:cxn modelId="{A230F2A0-8DDB-482B-8F76-ACA4E3122FF0}" type="presParOf" srcId="{351030FF-0482-4C83-A9D7-74CAF5B027DB}" destId="{63177B3E-3A5F-4A02-BFEF-64DC01ECAB37}" srcOrd="0" destOrd="0" presId="urn:microsoft.com/office/officeart/2005/8/layout/orgChart1"/>
    <dgm:cxn modelId="{0126EFB8-2613-4A26-B3C7-AA073A40C06D}" type="presParOf" srcId="{351030FF-0482-4C83-A9D7-74CAF5B027DB}" destId="{25F20F6E-12D1-4346-B76C-76FA240A33A5}" srcOrd="1" destOrd="0" presId="urn:microsoft.com/office/officeart/2005/8/layout/orgChart1"/>
    <dgm:cxn modelId="{8DC99B8E-DE86-4B79-B2F3-24AEC21ECFD3}" type="presParOf" srcId="{17205892-AA28-4D95-9354-50EAA877160D}" destId="{AF69305B-7387-4932-86B3-5B4CA7448920}" srcOrd="1" destOrd="0" presId="urn:microsoft.com/office/officeart/2005/8/layout/orgChart1"/>
    <dgm:cxn modelId="{A1B8338A-762F-49D5-A109-8D7907B7A815}" type="presParOf" srcId="{17205892-AA28-4D95-9354-50EAA877160D}" destId="{BED3A195-40D6-4C24-B165-4F8A054859DA}" srcOrd="2" destOrd="0" presId="urn:microsoft.com/office/officeart/2005/8/layout/orgChart1"/>
    <dgm:cxn modelId="{BB30A6A5-F17C-4534-A695-2848D718F4E7}" type="presParOf" srcId="{F1242A79-13AE-4F4B-9870-F22617892B31}" destId="{BA770845-C1C2-4921-A8F2-1E082CDAC81E}" srcOrd="4" destOrd="0" presId="urn:microsoft.com/office/officeart/2005/8/layout/orgChart1"/>
    <dgm:cxn modelId="{B4FCC737-8388-420B-936B-CDF26C4C3028}" type="presParOf" srcId="{F1242A79-13AE-4F4B-9870-F22617892B31}" destId="{C5BBA1D7-C756-486B-8755-DE2038DCC5C3}" srcOrd="5" destOrd="0" presId="urn:microsoft.com/office/officeart/2005/8/layout/orgChart1"/>
    <dgm:cxn modelId="{045FA920-C92E-4C1C-9628-58853AC741FE}" type="presParOf" srcId="{C5BBA1D7-C756-486B-8755-DE2038DCC5C3}" destId="{D91CE94B-03EF-4E71-9CF9-E0EB5AE84FF9}" srcOrd="0" destOrd="0" presId="urn:microsoft.com/office/officeart/2005/8/layout/orgChart1"/>
    <dgm:cxn modelId="{C181893E-4613-47F0-965B-7FA6697F1326}" type="presParOf" srcId="{D91CE94B-03EF-4E71-9CF9-E0EB5AE84FF9}" destId="{AF492AD8-93AC-447F-97C8-613914884FDA}" srcOrd="0" destOrd="0" presId="urn:microsoft.com/office/officeart/2005/8/layout/orgChart1"/>
    <dgm:cxn modelId="{4F2F87D9-F798-406F-83C6-9208F4283EF3}" type="presParOf" srcId="{D91CE94B-03EF-4E71-9CF9-E0EB5AE84FF9}" destId="{7EB5D76A-7114-4FAF-8E68-56D30BF648CC}" srcOrd="1" destOrd="0" presId="urn:microsoft.com/office/officeart/2005/8/layout/orgChart1"/>
    <dgm:cxn modelId="{F249E231-835E-4792-A998-937C4D9634F9}" type="presParOf" srcId="{C5BBA1D7-C756-486B-8755-DE2038DCC5C3}" destId="{65DCAF72-DE04-4061-B83B-B8E7B099087B}" srcOrd="1" destOrd="0" presId="urn:microsoft.com/office/officeart/2005/8/layout/orgChart1"/>
    <dgm:cxn modelId="{FCEBFFA2-5DDA-454D-AA25-7D4DBA6A3517}" type="presParOf" srcId="{C5BBA1D7-C756-486B-8755-DE2038DCC5C3}" destId="{2FA0DDE4-3501-484B-99D3-603A6DB80DA4}" srcOrd="2" destOrd="0" presId="urn:microsoft.com/office/officeart/2005/8/layout/orgChart1"/>
    <dgm:cxn modelId="{D0F4C5B3-64F0-4A6C-B9F4-C3CB6C4E3EF6}" type="presParOf" srcId="{F1242A79-13AE-4F4B-9870-F22617892B31}" destId="{5BE3E5F7-E9F5-4015-A01C-B257B9366169}" srcOrd="6" destOrd="0" presId="urn:microsoft.com/office/officeart/2005/8/layout/orgChart1"/>
    <dgm:cxn modelId="{34C9A0BC-4426-4DC7-AAEA-BFADAC514C02}" type="presParOf" srcId="{F1242A79-13AE-4F4B-9870-F22617892B31}" destId="{7F24DADD-761D-4922-9CB8-54FC95C17BDE}" srcOrd="7" destOrd="0" presId="urn:microsoft.com/office/officeart/2005/8/layout/orgChart1"/>
    <dgm:cxn modelId="{CA3480AC-5094-4A07-ABC7-F88EF095A9AF}" type="presParOf" srcId="{7F24DADD-761D-4922-9CB8-54FC95C17BDE}" destId="{B73F8AAB-F5C7-4F04-8630-A408135607DD}" srcOrd="0" destOrd="0" presId="urn:microsoft.com/office/officeart/2005/8/layout/orgChart1"/>
    <dgm:cxn modelId="{305B5FF5-C691-4ABC-9B43-63DFE1A11CD2}" type="presParOf" srcId="{B73F8AAB-F5C7-4F04-8630-A408135607DD}" destId="{39262C73-CA99-47B8-B4E8-B48737AF0EF4}" srcOrd="0" destOrd="0" presId="urn:microsoft.com/office/officeart/2005/8/layout/orgChart1"/>
    <dgm:cxn modelId="{DF4DD8BE-F8F7-4F51-9A46-99C4D02C3B5A}" type="presParOf" srcId="{B73F8AAB-F5C7-4F04-8630-A408135607DD}" destId="{3E32DC68-748D-4B92-B93D-B3123BFE1E8E}" srcOrd="1" destOrd="0" presId="urn:microsoft.com/office/officeart/2005/8/layout/orgChart1"/>
    <dgm:cxn modelId="{7092D51D-D19C-4B92-9A1F-6E57BFE2CF5D}" type="presParOf" srcId="{7F24DADD-761D-4922-9CB8-54FC95C17BDE}" destId="{02F0B944-17D7-431B-B637-16B1D59CB826}" srcOrd="1" destOrd="0" presId="urn:microsoft.com/office/officeart/2005/8/layout/orgChart1"/>
    <dgm:cxn modelId="{6B11035B-E0CE-4CD3-963E-F932420A5605}" type="presParOf" srcId="{7F24DADD-761D-4922-9CB8-54FC95C17BDE}" destId="{907EBBB6-93A3-4611-B504-16A96E4E4513}" srcOrd="2" destOrd="0" presId="urn:microsoft.com/office/officeart/2005/8/layout/orgChart1"/>
    <dgm:cxn modelId="{9380DF21-A44F-4C43-9CB3-6C552CCB52E8}" type="presParOf" srcId="{F1242A79-13AE-4F4B-9870-F22617892B31}" destId="{99C48BAC-160C-4856-A1C7-D43A1C718624}" srcOrd="8" destOrd="0" presId="urn:microsoft.com/office/officeart/2005/8/layout/orgChart1"/>
    <dgm:cxn modelId="{31708ADC-E1FC-43F0-8F5B-8DED60964A3E}" type="presParOf" srcId="{F1242A79-13AE-4F4B-9870-F22617892B31}" destId="{8422F46A-7222-46B5-AEB2-ED697A036DC7}" srcOrd="9" destOrd="0" presId="urn:microsoft.com/office/officeart/2005/8/layout/orgChart1"/>
    <dgm:cxn modelId="{66F2A92B-90C0-40D4-AFDE-11B46B95FA67}" type="presParOf" srcId="{8422F46A-7222-46B5-AEB2-ED697A036DC7}" destId="{6A861000-CDED-43B6-A2F7-F11A9C4EE1BA}" srcOrd="0" destOrd="0" presId="urn:microsoft.com/office/officeart/2005/8/layout/orgChart1"/>
    <dgm:cxn modelId="{5ABA3F18-ED5E-4B53-92DA-AE3A9D037522}" type="presParOf" srcId="{6A861000-CDED-43B6-A2F7-F11A9C4EE1BA}" destId="{4F12538B-B358-4C7C-AE35-3B7B9F04794B}" srcOrd="0" destOrd="0" presId="urn:microsoft.com/office/officeart/2005/8/layout/orgChart1"/>
    <dgm:cxn modelId="{AEBF2D5F-A6C4-4157-9502-E86B6D9C8BEB}" type="presParOf" srcId="{6A861000-CDED-43B6-A2F7-F11A9C4EE1BA}" destId="{BBC1876E-01D3-4420-BC1D-E30348B8D731}" srcOrd="1" destOrd="0" presId="urn:microsoft.com/office/officeart/2005/8/layout/orgChart1"/>
    <dgm:cxn modelId="{D0078AB8-BABA-4D36-AD07-0BC66422C187}" type="presParOf" srcId="{8422F46A-7222-46B5-AEB2-ED697A036DC7}" destId="{27CB6D9C-BA79-4081-8127-B045DBC0F1E8}" srcOrd="1" destOrd="0" presId="urn:microsoft.com/office/officeart/2005/8/layout/orgChart1"/>
    <dgm:cxn modelId="{DB8A2097-CB33-41F9-9579-AF5353541016}" type="presParOf" srcId="{8422F46A-7222-46B5-AEB2-ED697A036DC7}" destId="{0F22D043-819F-4B03-998D-890389C06CF8}" srcOrd="2" destOrd="0" presId="urn:microsoft.com/office/officeart/2005/8/layout/orgChart1"/>
    <dgm:cxn modelId="{F62F43E1-42C3-42EF-B823-68CDC0462E72}" type="presParOf" srcId="{F1242A79-13AE-4F4B-9870-F22617892B31}" destId="{F4A469CB-193D-4FE2-879D-A8CA263F4F3E}" srcOrd="10" destOrd="0" presId="urn:microsoft.com/office/officeart/2005/8/layout/orgChart1"/>
    <dgm:cxn modelId="{834D446A-B6FD-48C0-B784-85A4666C6313}" type="presParOf" srcId="{F1242A79-13AE-4F4B-9870-F22617892B31}" destId="{7111DCA8-3256-4FC4-9678-FA567C922FFB}" srcOrd="11" destOrd="0" presId="urn:microsoft.com/office/officeart/2005/8/layout/orgChart1"/>
    <dgm:cxn modelId="{106552CE-3CDC-477E-B53B-6A5F5B34C59E}" type="presParOf" srcId="{7111DCA8-3256-4FC4-9678-FA567C922FFB}" destId="{0192F585-148D-491A-9F14-92848AA36DC0}" srcOrd="0" destOrd="0" presId="urn:microsoft.com/office/officeart/2005/8/layout/orgChart1"/>
    <dgm:cxn modelId="{DCBDC964-8E42-4F96-8C3F-7E989D00A06F}" type="presParOf" srcId="{0192F585-148D-491A-9F14-92848AA36DC0}" destId="{4B70FDCC-C44C-4D5D-8A3D-0FBF68D10EE5}" srcOrd="0" destOrd="0" presId="urn:microsoft.com/office/officeart/2005/8/layout/orgChart1"/>
    <dgm:cxn modelId="{B3831CCB-1FF1-4F79-8F06-1BD6C9A28B53}" type="presParOf" srcId="{0192F585-148D-491A-9F14-92848AA36DC0}" destId="{9AFB6499-707A-45E6-A33C-3414E60B1809}" srcOrd="1" destOrd="0" presId="urn:microsoft.com/office/officeart/2005/8/layout/orgChart1"/>
    <dgm:cxn modelId="{119C5B26-4767-4A4A-8166-DE1FFCC3C3F7}" type="presParOf" srcId="{7111DCA8-3256-4FC4-9678-FA567C922FFB}" destId="{8B4282EF-E3B4-4EC4-AE00-2AEA26BFCE38}" srcOrd="1" destOrd="0" presId="urn:microsoft.com/office/officeart/2005/8/layout/orgChart1"/>
    <dgm:cxn modelId="{E0E0AA26-11AC-4CC6-86A1-B6213B2B0665}" type="presParOf" srcId="{7111DCA8-3256-4FC4-9678-FA567C922FFB}" destId="{23E18356-2ADF-4076-8917-9F6EA7144EA6}" srcOrd="2" destOrd="0" presId="urn:microsoft.com/office/officeart/2005/8/layout/orgChart1"/>
    <dgm:cxn modelId="{75357F87-8E0B-48EF-BD9B-F0BB6B9A96F0}" type="presParOf" srcId="{F1242A79-13AE-4F4B-9870-F22617892B31}" destId="{5619640E-3EA4-4B6A-BAE3-05B354269609}" srcOrd="12" destOrd="0" presId="urn:microsoft.com/office/officeart/2005/8/layout/orgChart1"/>
    <dgm:cxn modelId="{49342713-89E9-4BE0-9BBD-3CEADFCAB180}" type="presParOf" srcId="{F1242A79-13AE-4F4B-9870-F22617892B31}" destId="{1FFA0DEE-101E-4BE2-9D47-A3B92D2FDC3D}" srcOrd="13" destOrd="0" presId="urn:microsoft.com/office/officeart/2005/8/layout/orgChart1"/>
    <dgm:cxn modelId="{D9444E0B-A9A3-49B4-9F88-1082D1F45895}" type="presParOf" srcId="{1FFA0DEE-101E-4BE2-9D47-A3B92D2FDC3D}" destId="{C7A95439-45FE-4472-A964-4BF332A343A9}" srcOrd="0" destOrd="0" presId="urn:microsoft.com/office/officeart/2005/8/layout/orgChart1"/>
    <dgm:cxn modelId="{2DE7E15A-C366-4F0E-B493-1E6785C36C20}" type="presParOf" srcId="{C7A95439-45FE-4472-A964-4BF332A343A9}" destId="{887C3025-1F65-4A12-9DB9-D30BDABE3497}" srcOrd="0" destOrd="0" presId="urn:microsoft.com/office/officeart/2005/8/layout/orgChart1"/>
    <dgm:cxn modelId="{86B650A2-44AA-47C7-A100-18B642D6944F}" type="presParOf" srcId="{C7A95439-45FE-4472-A964-4BF332A343A9}" destId="{8ABB2A5F-9B79-48B2-AD66-FBBEF2878416}" srcOrd="1" destOrd="0" presId="urn:microsoft.com/office/officeart/2005/8/layout/orgChart1"/>
    <dgm:cxn modelId="{7BF10269-5E0F-4F4B-B03F-5AB638500FE9}" type="presParOf" srcId="{1FFA0DEE-101E-4BE2-9D47-A3B92D2FDC3D}" destId="{C5224891-C445-401E-9F05-B7EE3F0CC55C}" srcOrd="1" destOrd="0" presId="urn:microsoft.com/office/officeart/2005/8/layout/orgChart1"/>
    <dgm:cxn modelId="{A4C3493A-5196-4561-8D57-993BF29AA333}" type="presParOf" srcId="{1FFA0DEE-101E-4BE2-9D47-A3B92D2FDC3D}" destId="{56703E3D-2AA1-46DE-BB22-3CC097704746}" srcOrd="2" destOrd="0" presId="urn:microsoft.com/office/officeart/2005/8/layout/orgChart1"/>
    <dgm:cxn modelId="{CB68C81A-759B-424C-B851-617E60BFA055}" type="presParOf" srcId="{F1242A79-13AE-4F4B-9870-F22617892B31}" destId="{753118A6-6794-4168-A2E8-156BEEF6AB72}" srcOrd="14" destOrd="0" presId="urn:microsoft.com/office/officeart/2005/8/layout/orgChart1"/>
    <dgm:cxn modelId="{95000CC2-2B13-410B-9AC5-D43A6D73E921}" type="presParOf" srcId="{F1242A79-13AE-4F4B-9870-F22617892B31}" destId="{E572CF68-71EC-4EE5-829F-D4136C1F322B}" srcOrd="15" destOrd="0" presId="urn:microsoft.com/office/officeart/2005/8/layout/orgChart1"/>
    <dgm:cxn modelId="{5487FFD2-DF51-488F-878F-28A8310980C5}" type="presParOf" srcId="{E572CF68-71EC-4EE5-829F-D4136C1F322B}" destId="{5C6BB992-ABF5-4EB3-AB14-0C6FB6615287}" srcOrd="0" destOrd="0" presId="urn:microsoft.com/office/officeart/2005/8/layout/orgChart1"/>
    <dgm:cxn modelId="{9D7DA145-7A5F-4F84-A9CE-6B49FA061130}" type="presParOf" srcId="{5C6BB992-ABF5-4EB3-AB14-0C6FB6615287}" destId="{4704A6A1-708D-499D-875B-F0869293C3E8}" srcOrd="0" destOrd="0" presId="urn:microsoft.com/office/officeart/2005/8/layout/orgChart1"/>
    <dgm:cxn modelId="{A00DAE3E-5BBE-44DA-B951-726F0D6CDD86}" type="presParOf" srcId="{5C6BB992-ABF5-4EB3-AB14-0C6FB6615287}" destId="{2371486D-EFDF-4545-BCF6-77F34AA90823}" srcOrd="1" destOrd="0" presId="urn:microsoft.com/office/officeart/2005/8/layout/orgChart1"/>
    <dgm:cxn modelId="{20E09EB3-69D1-4DA6-8374-F7ED55D2259D}" type="presParOf" srcId="{E572CF68-71EC-4EE5-829F-D4136C1F322B}" destId="{FC4C49B0-CED1-44E7-8261-0ADA336B6428}" srcOrd="1" destOrd="0" presId="urn:microsoft.com/office/officeart/2005/8/layout/orgChart1"/>
    <dgm:cxn modelId="{926FB98F-7403-4424-9CA4-53F8D7B39346}" type="presParOf" srcId="{E572CF68-71EC-4EE5-829F-D4136C1F322B}" destId="{D6702D64-4600-467C-A5F3-35FDDB73B5BF}" srcOrd="2" destOrd="0" presId="urn:microsoft.com/office/officeart/2005/8/layout/orgChart1"/>
    <dgm:cxn modelId="{8064B916-3C69-4FF6-813A-671F964BC9B9}" type="presParOf" srcId="{F1242A79-13AE-4F4B-9870-F22617892B31}" destId="{53B6B87A-4138-4A47-A4C4-E0F28379CE57}" srcOrd="16" destOrd="0" presId="urn:microsoft.com/office/officeart/2005/8/layout/orgChart1"/>
    <dgm:cxn modelId="{4D01E1BC-93CD-4021-B06C-E240046BCE35}" type="presParOf" srcId="{F1242A79-13AE-4F4B-9870-F22617892B31}" destId="{64E57172-042C-46DE-8FF8-D4D1C26CE309}" srcOrd="17" destOrd="0" presId="urn:microsoft.com/office/officeart/2005/8/layout/orgChart1"/>
    <dgm:cxn modelId="{9F336DBC-8F4B-4DE2-93AB-17BA2595FCC4}" type="presParOf" srcId="{64E57172-042C-46DE-8FF8-D4D1C26CE309}" destId="{9887E06E-BC10-4C8E-BD36-B55EBDA6349C}" srcOrd="0" destOrd="0" presId="urn:microsoft.com/office/officeart/2005/8/layout/orgChart1"/>
    <dgm:cxn modelId="{DB75725F-C95A-4F62-A5E1-336CF2F72826}" type="presParOf" srcId="{9887E06E-BC10-4C8E-BD36-B55EBDA6349C}" destId="{6AC2CD89-F7F7-4904-9AD1-5C0FA6A18C0E}" srcOrd="0" destOrd="0" presId="urn:microsoft.com/office/officeart/2005/8/layout/orgChart1"/>
    <dgm:cxn modelId="{BA8D0444-6CF6-48E7-B71C-2FAC275C7E53}" type="presParOf" srcId="{9887E06E-BC10-4C8E-BD36-B55EBDA6349C}" destId="{4A13CD45-B244-4BE7-B56A-A5C8B81AA590}" srcOrd="1" destOrd="0" presId="urn:microsoft.com/office/officeart/2005/8/layout/orgChart1"/>
    <dgm:cxn modelId="{A2992282-76C8-4E5D-923F-A1BDF0FF6D7F}" type="presParOf" srcId="{64E57172-042C-46DE-8FF8-D4D1C26CE309}" destId="{343B6DC5-204A-4F3E-81A5-5A2AC9718915}" srcOrd="1" destOrd="0" presId="urn:microsoft.com/office/officeart/2005/8/layout/orgChart1"/>
    <dgm:cxn modelId="{56E7B0EB-E535-4B6D-B79F-287960A4E3C5}" type="presParOf" srcId="{64E57172-042C-46DE-8FF8-D4D1C26CE309}" destId="{59A29165-C969-4A4A-A958-EB6EFFEF72FC}" srcOrd="2" destOrd="0" presId="urn:microsoft.com/office/officeart/2005/8/layout/orgChart1"/>
    <dgm:cxn modelId="{118ED4A2-66A0-43DD-AEAD-AFFEC6227FC1}" type="presParOf" srcId="{F1242A79-13AE-4F4B-9870-F22617892B31}" destId="{9531E936-2D5B-4D74-8E85-72C838EF5AC4}" srcOrd="18" destOrd="0" presId="urn:microsoft.com/office/officeart/2005/8/layout/orgChart1"/>
    <dgm:cxn modelId="{90059F8A-7E7E-4A25-8036-506C9D5988EC}" type="presParOf" srcId="{F1242A79-13AE-4F4B-9870-F22617892B31}" destId="{1B3971D9-4D92-423A-9FCC-8D72F87FAA2C}" srcOrd="19" destOrd="0" presId="urn:microsoft.com/office/officeart/2005/8/layout/orgChart1"/>
    <dgm:cxn modelId="{32DE62EC-201E-400C-9DC5-B31B74166C51}" type="presParOf" srcId="{1B3971D9-4D92-423A-9FCC-8D72F87FAA2C}" destId="{256DB6E9-1891-49A5-A9CA-2F69551293E5}" srcOrd="0" destOrd="0" presId="urn:microsoft.com/office/officeart/2005/8/layout/orgChart1"/>
    <dgm:cxn modelId="{CFFD3F93-1E6E-45F9-817D-FDBE5314156F}" type="presParOf" srcId="{256DB6E9-1891-49A5-A9CA-2F69551293E5}" destId="{03611B4E-A7AC-4795-B78E-475546EB12B9}" srcOrd="0" destOrd="0" presId="urn:microsoft.com/office/officeart/2005/8/layout/orgChart1"/>
    <dgm:cxn modelId="{B8FE885C-8782-49F7-A62C-06C8CB395AEA}" type="presParOf" srcId="{256DB6E9-1891-49A5-A9CA-2F69551293E5}" destId="{F8972793-9878-4715-895B-6A07AED1C278}" srcOrd="1" destOrd="0" presId="urn:microsoft.com/office/officeart/2005/8/layout/orgChart1"/>
    <dgm:cxn modelId="{A377DFBF-0890-4284-8FBB-1D1BC08EB69F}" type="presParOf" srcId="{1B3971D9-4D92-423A-9FCC-8D72F87FAA2C}" destId="{0E92F11A-BE09-4B73-82FF-8DBB4D529FD2}" srcOrd="1" destOrd="0" presId="urn:microsoft.com/office/officeart/2005/8/layout/orgChart1"/>
    <dgm:cxn modelId="{E7D85257-492E-414A-A575-80C4A19F1850}" type="presParOf" srcId="{1B3971D9-4D92-423A-9FCC-8D72F87FAA2C}" destId="{0B40ACCA-789F-45AA-9BA7-0124D0EDCE9E}" srcOrd="2" destOrd="0" presId="urn:microsoft.com/office/officeart/2005/8/layout/orgChart1"/>
    <dgm:cxn modelId="{2531B208-3E2B-4A7B-8EB5-9C557BAA531F}" type="presParOf" srcId="{F1242A79-13AE-4F4B-9870-F22617892B31}" destId="{A6980431-966C-4EA9-A350-8445376672CF}" srcOrd="20" destOrd="0" presId="urn:microsoft.com/office/officeart/2005/8/layout/orgChart1"/>
    <dgm:cxn modelId="{7C6A6488-4132-423E-9113-5F552FDDD77E}" type="presParOf" srcId="{F1242A79-13AE-4F4B-9870-F22617892B31}" destId="{DA6BF65F-D5D5-4CF3-BF62-542BE3E0DDF9}" srcOrd="21" destOrd="0" presId="urn:microsoft.com/office/officeart/2005/8/layout/orgChart1"/>
    <dgm:cxn modelId="{A82C07BC-EF9D-45F7-AA75-FF1E5DA78883}" type="presParOf" srcId="{DA6BF65F-D5D5-4CF3-BF62-542BE3E0DDF9}" destId="{B57D8B9E-9EDA-4A65-B332-FB99826F2809}" srcOrd="0" destOrd="0" presId="urn:microsoft.com/office/officeart/2005/8/layout/orgChart1"/>
    <dgm:cxn modelId="{4ED0607F-358F-45A2-8C60-F7AF1F3E7905}" type="presParOf" srcId="{B57D8B9E-9EDA-4A65-B332-FB99826F2809}" destId="{4DD3D626-91BB-490F-9108-18A9214D9EE2}" srcOrd="0" destOrd="0" presId="urn:microsoft.com/office/officeart/2005/8/layout/orgChart1"/>
    <dgm:cxn modelId="{6F2FC5BA-FA3B-403B-B1CF-FAC60BCF3CC5}" type="presParOf" srcId="{B57D8B9E-9EDA-4A65-B332-FB99826F2809}" destId="{6D44AA8A-C8BF-48C9-B4E7-65AE92BE0503}" srcOrd="1" destOrd="0" presId="urn:microsoft.com/office/officeart/2005/8/layout/orgChart1"/>
    <dgm:cxn modelId="{2E023B77-C5FA-4F96-A8F2-7AFE05EEE44E}" type="presParOf" srcId="{DA6BF65F-D5D5-4CF3-BF62-542BE3E0DDF9}" destId="{239D4A0B-E8A8-40BB-B041-4B2495A04140}" srcOrd="1" destOrd="0" presId="urn:microsoft.com/office/officeart/2005/8/layout/orgChart1"/>
    <dgm:cxn modelId="{247A3351-61DC-4BB3-8EDF-EB5F57991E0C}" type="presParOf" srcId="{DA6BF65F-D5D5-4CF3-BF62-542BE3E0DDF9}" destId="{CE43D998-DE7A-4CBD-9B16-4554B50C7901}" srcOrd="2" destOrd="0" presId="urn:microsoft.com/office/officeart/2005/8/layout/orgChart1"/>
    <dgm:cxn modelId="{9A2C1175-9B47-44AD-A901-1BA829379CB1}" type="presParOf" srcId="{F1242A79-13AE-4F4B-9870-F22617892B31}" destId="{3D267D78-BFB4-43E0-B103-AC2C7F5A34E8}" srcOrd="22" destOrd="0" presId="urn:microsoft.com/office/officeart/2005/8/layout/orgChart1"/>
    <dgm:cxn modelId="{0D019937-9243-43DB-B11D-39DF1B4E901D}" type="presParOf" srcId="{F1242A79-13AE-4F4B-9870-F22617892B31}" destId="{592907AD-12C4-44BD-822B-CC88DA29A7FB}" srcOrd="23" destOrd="0" presId="urn:microsoft.com/office/officeart/2005/8/layout/orgChart1"/>
    <dgm:cxn modelId="{3D4F87C2-30C5-45AD-B117-3353B3BD1A5E}" type="presParOf" srcId="{592907AD-12C4-44BD-822B-CC88DA29A7FB}" destId="{3325D03D-9E2B-4960-A362-5B4EEC3FC580}" srcOrd="0" destOrd="0" presId="urn:microsoft.com/office/officeart/2005/8/layout/orgChart1"/>
    <dgm:cxn modelId="{B9FEE949-9FAA-4F60-9658-35449E093B03}" type="presParOf" srcId="{3325D03D-9E2B-4960-A362-5B4EEC3FC580}" destId="{22A1E35B-ED8D-46CD-9487-BDA3A0EBE3A8}" srcOrd="0" destOrd="0" presId="urn:microsoft.com/office/officeart/2005/8/layout/orgChart1"/>
    <dgm:cxn modelId="{E5A1A362-1C8B-455D-B475-EC804182B5BC}" type="presParOf" srcId="{3325D03D-9E2B-4960-A362-5B4EEC3FC580}" destId="{8FC1419D-B6AB-48EB-9AB1-305D650EE46E}" srcOrd="1" destOrd="0" presId="urn:microsoft.com/office/officeart/2005/8/layout/orgChart1"/>
    <dgm:cxn modelId="{08B5A851-B641-47EE-9E51-1960ECCE0853}" type="presParOf" srcId="{592907AD-12C4-44BD-822B-CC88DA29A7FB}" destId="{426D3CA6-091D-4876-9751-83E40CF7768E}" srcOrd="1" destOrd="0" presId="urn:microsoft.com/office/officeart/2005/8/layout/orgChart1"/>
    <dgm:cxn modelId="{2756ADE3-36B4-41C8-BDDB-7FA46BFE10C5}" type="presParOf" srcId="{592907AD-12C4-44BD-822B-CC88DA29A7FB}" destId="{65F754F2-E661-4A65-921D-6ED539B36808}" srcOrd="2" destOrd="0" presId="urn:microsoft.com/office/officeart/2005/8/layout/orgChart1"/>
    <dgm:cxn modelId="{85802B4F-380B-436B-BA59-5733BB0A83C0}" type="presParOf" srcId="{F1242A79-13AE-4F4B-9870-F22617892B31}" destId="{9346B010-F4FF-4FAE-AAF3-3554F977871A}" srcOrd="24" destOrd="0" presId="urn:microsoft.com/office/officeart/2005/8/layout/orgChart1"/>
    <dgm:cxn modelId="{0F73E91D-CEE8-4B65-BBCA-04823977D0E1}" type="presParOf" srcId="{F1242A79-13AE-4F4B-9870-F22617892B31}" destId="{482D8BCC-2669-4335-8341-58F7EBBE3258}" srcOrd="25" destOrd="0" presId="urn:microsoft.com/office/officeart/2005/8/layout/orgChart1"/>
    <dgm:cxn modelId="{99085523-8E76-49C0-B086-AFDA14695B68}" type="presParOf" srcId="{482D8BCC-2669-4335-8341-58F7EBBE3258}" destId="{2B0F850A-BE3C-434C-95AC-83F84BF0EA9D}" srcOrd="0" destOrd="0" presId="urn:microsoft.com/office/officeart/2005/8/layout/orgChart1"/>
    <dgm:cxn modelId="{914B83F8-2212-4F78-B6DC-CBFB62CF4EC1}" type="presParOf" srcId="{2B0F850A-BE3C-434C-95AC-83F84BF0EA9D}" destId="{7B442F6C-159C-4CC7-A593-42DF521344D4}" srcOrd="0" destOrd="0" presId="urn:microsoft.com/office/officeart/2005/8/layout/orgChart1"/>
    <dgm:cxn modelId="{69D59F93-6A74-4261-B30F-F5828EC6029E}" type="presParOf" srcId="{2B0F850A-BE3C-434C-95AC-83F84BF0EA9D}" destId="{2953B7DC-80FE-4F3B-B03D-148C18ACDF60}" srcOrd="1" destOrd="0" presId="urn:microsoft.com/office/officeart/2005/8/layout/orgChart1"/>
    <dgm:cxn modelId="{715DBBBF-0C70-4BC3-BA4F-D0BB81578CF0}" type="presParOf" srcId="{482D8BCC-2669-4335-8341-58F7EBBE3258}" destId="{2CC17A14-000A-460C-B736-2DFC7914D3CC}" srcOrd="1" destOrd="0" presId="urn:microsoft.com/office/officeart/2005/8/layout/orgChart1"/>
    <dgm:cxn modelId="{F1D86D2A-4B92-468A-A24A-0BC565A997BB}" type="presParOf" srcId="{482D8BCC-2669-4335-8341-58F7EBBE3258}" destId="{58E34338-5EE4-4BB3-AF78-25375FBFCB34}" srcOrd="2" destOrd="0" presId="urn:microsoft.com/office/officeart/2005/8/layout/orgChart1"/>
    <dgm:cxn modelId="{78ACD5A9-4E2A-47E2-AD1D-489EA997EBC6}" type="presParOf" srcId="{F1242A79-13AE-4F4B-9870-F22617892B31}" destId="{513C8056-3736-4D19-8AA7-52FBE09BF4E4}" srcOrd="26" destOrd="0" presId="urn:microsoft.com/office/officeart/2005/8/layout/orgChart1"/>
    <dgm:cxn modelId="{D1729834-FA59-4860-B66A-8B2513F1DFCB}" type="presParOf" srcId="{F1242A79-13AE-4F4B-9870-F22617892B31}" destId="{AB4089E8-70DE-43DB-924A-CB766378FB52}" srcOrd="27" destOrd="0" presId="urn:microsoft.com/office/officeart/2005/8/layout/orgChart1"/>
    <dgm:cxn modelId="{94F017E2-4868-405D-B560-05C0575CC446}" type="presParOf" srcId="{AB4089E8-70DE-43DB-924A-CB766378FB52}" destId="{6D5FAE49-B929-4F92-892E-378FBDA84DAE}" srcOrd="0" destOrd="0" presId="urn:microsoft.com/office/officeart/2005/8/layout/orgChart1"/>
    <dgm:cxn modelId="{DC6A8091-2DDD-40CB-8D26-671616D59771}" type="presParOf" srcId="{6D5FAE49-B929-4F92-892E-378FBDA84DAE}" destId="{E7E9D213-E2D6-4373-BE00-55952B6A20C6}" srcOrd="0" destOrd="0" presId="urn:microsoft.com/office/officeart/2005/8/layout/orgChart1"/>
    <dgm:cxn modelId="{C241317C-D0CD-4C38-9486-0F8114A613EE}" type="presParOf" srcId="{6D5FAE49-B929-4F92-892E-378FBDA84DAE}" destId="{36DA127B-5992-4B18-A43A-10410F556A34}" srcOrd="1" destOrd="0" presId="urn:microsoft.com/office/officeart/2005/8/layout/orgChart1"/>
    <dgm:cxn modelId="{AC741448-70B0-427D-9CEA-E34E1B35FBCC}" type="presParOf" srcId="{AB4089E8-70DE-43DB-924A-CB766378FB52}" destId="{C4C021FC-660A-4FBC-9ED2-60F3C24CB025}" srcOrd="1" destOrd="0" presId="urn:microsoft.com/office/officeart/2005/8/layout/orgChart1"/>
    <dgm:cxn modelId="{FEFF8283-1A47-4FA0-9864-19A3977C5AF8}" type="presParOf" srcId="{AB4089E8-70DE-43DB-924A-CB766378FB52}" destId="{C1CF219C-2DCC-4D51-AF6F-4E56C6834CD0}" srcOrd="2" destOrd="0" presId="urn:microsoft.com/office/officeart/2005/8/layout/orgChart1"/>
    <dgm:cxn modelId="{2013738D-DE3C-41E6-902B-7D358BC9BF43}" type="presParOf" srcId="{F1242A79-13AE-4F4B-9870-F22617892B31}" destId="{34A8FB95-3029-4B21-A5ED-1A9DFC61E31F}" srcOrd="28" destOrd="0" presId="urn:microsoft.com/office/officeart/2005/8/layout/orgChart1"/>
    <dgm:cxn modelId="{84E5396F-63E5-4CB5-B59D-EACD407E54D7}" type="presParOf" srcId="{F1242A79-13AE-4F4B-9870-F22617892B31}" destId="{3734B939-DE40-4E98-A63B-3E008B55C55A}" srcOrd="29" destOrd="0" presId="urn:microsoft.com/office/officeart/2005/8/layout/orgChart1"/>
    <dgm:cxn modelId="{B14EB7CF-BEE5-4F5E-827D-4B0EA4877ABB}" type="presParOf" srcId="{3734B939-DE40-4E98-A63B-3E008B55C55A}" destId="{DF672C03-346D-483A-B996-3480486C8BB3}" srcOrd="0" destOrd="0" presId="urn:microsoft.com/office/officeart/2005/8/layout/orgChart1"/>
    <dgm:cxn modelId="{F75B698D-9AA0-4EEA-B133-11186DA03484}" type="presParOf" srcId="{DF672C03-346D-483A-B996-3480486C8BB3}" destId="{4BE99D80-54B7-451D-893D-38EF429C2951}" srcOrd="0" destOrd="0" presId="urn:microsoft.com/office/officeart/2005/8/layout/orgChart1"/>
    <dgm:cxn modelId="{B02BC996-1F24-4889-9ADE-B4BCB2A9C6C9}" type="presParOf" srcId="{DF672C03-346D-483A-B996-3480486C8BB3}" destId="{2D8B4CE3-5F64-4356-BBB0-FA2F6F646873}" srcOrd="1" destOrd="0" presId="urn:microsoft.com/office/officeart/2005/8/layout/orgChart1"/>
    <dgm:cxn modelId="{340D58F9-91F3-485A-A58A-819C5E7081D7}" type="presParOf" srcId="{3734B939-DE40-4E98-A63B-3E008B55C55A}" destId="{E9235C62-78A2-4369-B6DF-EEDD635EA553}" srcOrd="1" destOrd="0" presId="urn:microsoft.com/office/officeart/2005/8/layout/orgChart1"/>
    <dgm:cxn modelId="{73B70C2C-D1DC-4823-9C96-8E599B368AD0}" type="presParOf" srcId="{3734B939-DE40-4E98-A63B-3E008B55C55A}" destId="{564EC482-B09E-4114-84F7-47211A7C9828}" srcOrd="2" destOrd="0" presId="urn:microsoft.com/office/officeart/2005/8/layout/orgChart1"/>
    <dgm:cxn modelId="{316B9735-8039-4CB2-AEFC-3E8D032F8797}" type="presParOf" srcId="{F1242A79-13AE-4F4B-9870-F22617892B31}" destId="{62E4C571-EA29-47D7-B70F-DE4EB3241239}" srcOrd="30" destOrd="0" presId="urn:microsoft.com/office/officeart/2005/8/layout/orgChart1"/>
    <dgm:cxn modelId="{18C07F59-842F-4B08-9945-7A551F1D7356}" type="presParOf" srcId="{F1242A79-13AE-4F4B-9870-F22617892B31}" destId="{52BAD567-52AE-42B3-B52A-0B3C860E15AE}" srcOrd="31" destOrd="0" presId="urn:microsoft.com/office/officeart/2005/8/layout/orgChart1"/>
    <dgm:cxn modelId="{050CB17A-5271-40EB-A6C9-36C1679F9036}" type="presParOf" srcId="{52BAD567-52AE-42B3-B52A-0B3C860E15AE}" destId="{B1E74C5C-00DB-4E7C-9402-3B8F8758128A}" srcOrd="0" destOrd="0" presId="urn:microsoft.com/office/officeart/2005/8/layout/orgChart1"/>
    <dgm:cxn modelId="{A53E83A0-E4A3-49BF-B962-635D632355FE}" type="presParOf" srcId="{B1E74C5C-00DB-4E7C-9402-3B8F8758128A}" destId="{B5CF2221-412F-4245-A9CE-A321D7C58D33}" srcOrd="0" destOrd="0" presId="urn:microsoft.com/office/officeart/2005/8/layout/orgChart1"/>
    <dgm:cxn modelId="{CCCB00AB-19BD-4D39-A773-8C79E0108A31}" type="presParOf" srcId="{B1E74C5C-00DB-4E7C-9402-3B8F8758128A}" destId="{ECE6D5E4-7D4F-4655-9375-F4B3F9851C3A}" srcOrd="1" destOrd="0" presId="urn:microsoft.com/office/officeart/2005/8/layout/orgChart1"/>
    <dgm:cxn modelId="{067F411C-87D3-41A2-B996-891F769099DE}" type="presParOf" srcId="{52BAD567-52AE-42B3-B52A-0B3C860E15AE}" destId="{FF53410E-E43F-40B5-8F0B-8376C490EE79}" srcOrd="1" destOrd="0" presId="urn:microsoft.com/office/officeart/2005/8/layout/orgChart1"/>
    <dgm:cxn modelId="{05B14FB3-55F8-417A-B113-4AA834A51EE0}" type="presParOf" srcId="{52BAD567-52AE-42B3-B52A-0B3C860E15AE}" destId="{1489E375-C01D-450A-979A-614F9334B2ED}" srcOrd="2" destOrd="0" presId="urn:microsoft.com/office/officeart/2005/8/layout/orgChart1"/>
    <dgm:cxn modelId="{301ABB44-982D-49B7-9E2E-380AD6121497}" type="presParOf" srcId="{C72BA5A6-B2FB-45B8-8F06-312C97D2DBA4}" destId="{57A27280-25C1-4118-BE6B-23E30AC36952}" srcOrd="2" destOrd="0" presId="urn:microsoft.com/office/officeart/2005/8/layout/orgChart1"/>
    <dgm:cxn modelId="{BD25FF10-A145-4E44-B458-7A5F6F22DD1E}" type="presParOf" srcId="{FBB7CFA8-1B8F-4E1A-8746-C1B5F9B19B8A}" destId="{3CC9EE80-3E6A-4C4D-8DE0-81308E689C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4C571-EA29-47D7-B70F-DE4EB3241239}">
      <dsp:nvSpPr>
        <dsp:cNvPr id="0" name=""/>
        <dsp:cNvSpPr/>
      </dsp:nvSpPr>
      <dsp:spPr>
        <a:xfrm>
          <a:off x="8091818" y="1086145"/>
          <a:ext cx="94162" cy="4869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69528"/>
              </a:lnTo>
              <a:lnTo>
                <a:pt x="94162" y="486952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A8FB95-3029-4B21-A5ED-1A9DFC61E31F}">
      <dsp:nvSpPr>
        <dsp:cNvPr id="0" name=""/>
        <dsp:cNvSpPr/>
      </dsp:nvSpPr>
      <dsp:spPr>
        <a:xfrm>
          <a:off x="7997656" y="1086145"/>
          <a:ext cx="94162" cy="4869528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4869528"/>
              </a:lnTo>
              <a:lnTo>
                <a:pt x="0" y="486952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3C8056-3736-4D19-8AA7-52FBE09BF4E4}">
      <dsp:nvSpPr>
        <dsp:cNvPr id="0" name=""/>
        <dsp:cNvSpPr/>
      </dsp:nvSpPr>
      <dsp:spPr>
        <a:xfrm>
          <a:off x="8091818" y="1086145"/>
          <a:ext cx="94162" cy="4232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2813"/>
              </a:lnTo>
              <a:lnTo>
                <a:pt x="94162" y="423281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46B010-F4FF-4FAE-AAF3-3554F977871A}">
      <dsp:nvSpPr>
        <dsp:cNvPr id="0" name=""/>
        <dsp:cNvSpPr/>
      </dsp:nvSpPr>
      <dsp:spPr>
        <a:xfrm>
          <a:off x="7960921" y="1086145"/>
          <a:ext cx="91440" cy="4262859"/>
        </a:xfrm>
        <a:custGeom>
          <a:avLst/>
          <a:gdLst/>
          <a:ahLst/>
          <a:cxnLst/>
          <a:rect l="0" t="0" r="0" b="0"/>
          <a:pathLst>
            <a:path>
              <a:moveTo>
                <a:pt x="130896" y="0"/>
              </a:moveTo>
              <a:lnTo>
                <a:pt x="130896" y="4262859"/>
              </a:lnTo>
              <a:lnTo>
                <a:pt x="45720" y="426285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67D78-BFB4-43E0-B103-AC2C7F5A34E8}">
      <dsp:nvSpPr>
        <dsp:cNvPr id="0" name=""/>
        <dsp:cNvSpPr/>
      </dsp:nvSpPr>
      <dsp:spPr>
        <a:xfrm>
          <a:off x="8091818" y="1086145"/>
          <a:ext cx="94162" cy="3596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96097"/>
              </a:lnTo>
              <a:lnTo>
                <a:pt x="94162" y="359609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80431-966C-4EA9-A350-8445376672CF}">
      <dsp:nvSpPr>
        <dsp:cNvPr id="0" name=""/>
        <dsp:cNvSpPr/>
      </dsp:nvSpPr>
      <dsp:spPr>
        <a:xfrm>
          <a:off x="7997656" y="1086145"/>
          <a:ext cx="94162" cy="3596097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3596097"/>
              </a:lnTo>
              <a:lnTo>
                <a:pt x="0" y="359609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31E936-2D5B-4D74-8E85-72C838EF5AC4}">
      <dsp:nvSpPr>
        <dsp:cNvPr id="0" name=""/>
        <dsp:cNvSpPr/>
      </dsp:nvSpPr>
      <dsp:spPr>
        <a:xfrm>
          <a:off x="8091818" y="1086145"/>
          <a:ext cx="94162" cy="2959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9382"/>
              </a:lnTo>
              <a:lnTo>
                <a:pt x="94162" y="2959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6B87A-4138-4A47-A4C4-E0F28379CE57}">
      <dsp:nvSpPr>
        <dsp:cNvPr id="0" name=""/>
        <dsp:cNvSpPr/>
      </dsp:nvSpPr>
      <dsp:spPr>
        <a:xfrm>
          <a:off x="7997656" y="1086145"/>
          <a:ext cx="94162" cy="2959382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2959382"/>
              </a:lnTo>
              <a:lnTo>
                <a:pt x="0" y="2959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3118A6-6794-4168-A2E8-156BEEF6AB72}">
      <dsp:nvSpPr>
        <dsp:cNvPr id="0" name=""/>
        <dsp:cNvSpPr/>
      </dsp:nvSpPr>
      <dsp:spPr>
        <a:xfrm>
          <a:off x="8091818" y="1086145"/>
          <a:ext cx="94162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94162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9640E-3EA4-4B6A-BAE3-05B354269609}">
      <dsp:nvSpPr>
        <dsp:cNvPr id="0" name=""/>
        <dsp:cNvSpPr/>
      </dsp:nvSpPr>
      <dsp:spPr>
        <a:xfrm>
          <a:off x="7997656" y="1086145"/>
          <a:ext cx="94162" cy="2322666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2322666"/>
              </a:lnTo>
              <a:lnTo>
                <a:pt x="0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469CB-193D-4FE2-879D-A8CA263F4F3E}">
      <dsp:nvSpPr>
        <dsp:cNvPr id="0" name=""/>
        <dsp:cNvSpPr/>
      </dsp:nvSpPr>
      <dsp:spPr>
        <a:xfrm>
          <a:off x="8091818" y="1086145"/>
          <a:ext cx="94162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94162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C48BAC-160C-4856-A1C7-D43A1C718624}">
      <dsp:nvSpPr>
        <dsp:cNvPr id="0" name=""/>
        <dsp:cNvSpPr/>
      </dsp:nvSpPr>
      <dsp:spPr>
        <a:xfrm>
          <a:off x="7997656" y="1086145"/>
          <a:ext cx="94162" cy="1685951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1685951"/>
              </a:lnTo>
              <a:lnTo>
                <a:pt x="0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3E5F7-E9F5-4015-A01C-B257B9366169}">
      <dsp:nvSpPr>
        <dsp:cNvPr id="0" name=""/>
        <dsp:cNvSpPr/>
      </dsp:nvSpPr>
      <dsp:spPr>
        <a:xfrm>
          <a:off x="8091818" y="1086145"/>
          <a:ext cx="94162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94162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70845-C1C2-4921-A8F2-1E082CDAC81E}">
      <dsp:nvSpPr>
        <dsp:cNvPr id="0" name=""/>
        <dsp:cNvSpPr/>
      </dsp:nvSpPr>
      <dsp:spPr>
        <a:xfrm>
          <a:off x="7997656" y="1086145"/>
          <a:ext cx="94162" cy="1049235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1049235"/>
              </a:lnTo>
              <a:lnTo>
                <a:pt x="0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A9DA77-992E-402A-AF82-113DCDCA17DF}">
      <dsp:nvSpPr>
        <dsp:cNvPr id="0" name=""/>
        <dsp:cNvSpPr/>
      </dsp:nvSpPr>
      <dsp:spPr>
        <a:xfrm>
          <a:off x="8091818" y="1086145"/>
          <a:ext cx="94162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94162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11F92D-11B8-485E-BD22-84A620EE9BB8}">
      <dsp:nvSpPr>
        <dsp:cNvPr id="0" name=""/>
        <dsp:cNvSpPr/>
      </dsp:nvSpPr>
      <dsp:spPr>
        <a:xfrm>
          <a:off x="7997656" y="1086145"/>
          <a:ext cx="94162" cy="412519"/>
        </a:xfrm>
        <a:custGeom>
          <a:avLst/>
          <a:gdLst/>
          <a:ahLst/>
          <a:cxnLst/>
          <a:rect l="0" t="0" r="0" b="0"/>
          <a:pathLst>
            <a:path>
              <a:moveTo>
                <a:pt x="94162" y="0"/>
              </a:moveTo>
              <a:lnTo>
                <a:pt x="94162" y="412519"/>
              </a:lnTo>
              <a:lnTo>
                <a:pt x="0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210E04-4649-4FDA-98D3-24627E6C27FA}">
      <dsp:nvSpPr>
        <dsp:cNvPr id="0" name=""/>
        <dsp:cNvSpPr/>
      </dsp:nvSpPr>
      <dsp:spPr>
        <a:xfrm>
          <a:off x="5266953" y="449429"/>
          <a:ext cx="2824864" cy="188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162"/>
              </a:lnTo>
              <a:lnTo>
                <a:pt x="2824864" y="94162"/>
              </a:lnTo>
              <a:lnTo>
                <a:pt x="2824864" y="18832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C01D9-4233-4644-A54E-2F3086717D93}">
      <dsp:nvSpPr>
        <dsp:cNvPr id="0" name=""/>
        <dsp:cNvSpPr/>
      </dsp:nvSpPr>
      <dsp:spPr>
        <a:xfrm>
          <a:off x="5881249" y="1722860"/>
          <a:ext cx="134517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134517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9E155F-8FF9-4D7C-9368-83EF01780FDA}">
      <dsp:nvSpPr>
        <dsp:cNvPr id="0" name=""/>
        <dsp:cNvSpPr/>
      </dsp:nvSpPr>
      <dsp:spPr>
        <a:xfrm>
          <a:off x="5881249" y="1722860"/>
          <a:ext cx="134517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134517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34A903-B9CD-493D-99BB-EF6AA1B1E000}">
      <dsp:nvSpPr>
        <dsp:cNvPr id="0" name=""/>
        <dsp:cNvSpPr/>
      </dsp:nvSpPr>
      <dsp:spPr>
        <a:xfrm>
          <a:off x="5881249" y="1722860"/>
          <a:ext cx="134517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134517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EC14E7-B834-488C-A764-5CF1B3593DF0}">
      <dsp:nvSpPr>
        <dsp:cNvPr id="0" name=""/>
        <dsp:cNvSpPr/>
      </dsp:nvSpPr>
      <dsp:spPr>
        <a:xfrm>
          <a:off x="5881249" y="1722860"/>
          <a:ext cx="134517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134517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992D75-8D77-43BF-9C09-52C5EF1D4261}">
      <dsp:nvSpPr>
        <dsp:cNvPr id="0" name=""/>
        <dsp:cNvSpPr/>
      </dsp:nvSpPr>
      <dsp:spPr>
        <a:xfrm>
          <a:off x="5697408" y="1086145"/>
          <a:ext cx="542553" cy="188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162"/>
              </a:lnTo>
              <a:lnTo>
                <a:pt x="542553" y="94162"/>
              </a:lnTo>
              <a:lnTo>
                <a:pt x="542553" y="1883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FF4F7E-E4C7-41C9-85EC-E753ABFC60E2}">
      <dsp:nvSpPr>
        <dsp:cNvPr id="0" name=""/>
        <dsp:cNvSpPr/>
      </dsp:nvSpPr>
      <dsp:spPr>
        <a:xfrm>
          <a:off x="4796142" y="1722860"/>
          <a:ext cx="134517" cy="2959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9382"/>
              </a:lnTo>
              <a:lnTo>
                <a:pt x="134517" y="2959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5F3F92-72F9-4D52-A50E-B96A54F5F5D6}">
      <dsp:nvSpPr>
        <dsp:cNvPr id="0" name=""/>
        <dsp:cNvSpPr/>
      </dsp:nvSpPr>
      <dsp:spPr>
        <a:xfrm>
          <a:off x="4796142" y="1722860"/>
          <a:ext cx="134517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134517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ABC73-91AF-4370-8A08-833B3D45D25F}">
      <dsp:nvSpPr>
        <dsp:cNvPr id="0" name=""/>
        <dsp:cNvSpPr/>
      </dsp:nvSpPr>
      <dsp:spPr>
        <a:xfrm>
          <a:off x="4796142" y="1722860"/>
          <a:ext cx="134517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134517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6755D6-D056-40F9-ABB9-30D500172D16}">
      <dsp:nvSpPr>
        <dsp:cNvPr id="0" name=""/>
        <dsp:cNvSpPr/>
      </dsp:nvSpPr>
      <dsp:spPr>
        <a:xfrm>
          <a:off x="4796142" y="1722860"/>
          <a:ext cx="134517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134517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3A5602-10DC-4C25-B796-CBE599822D38}">
      <dsp:nvSpPr>
        <dsp:cNvPr id="0" name=""/>
        <dsp:cNvSpPr/>
      </dsp:nvSpPr>
      <dsp:spPr>
        <a:xfrm>
          <a:off x="4796142" y="1722860"/>
          <a:ext cx="134517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134517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6F0F79-F3F7-49E1-8338-F57BBF1F5F98}">
      <dsp:nvSpPr>
        <dsp:cNvPr id="0" name=""/>
        <dsp:cNvSpPr/>
      </dsp:nvSpPr>
      <dsp:spPr>
        <a:xfrm>
          <a:off x="5154855" y="1086145"/>
          <a:ext cx="542553" cy="188324"/>
        </a:xfrm>
        <a:custGeom>
          <a:avLst/>
          <a:gdLst/>
          <a:ahLst/>
          <a:cxnLst/>
          <a:rect l="0" t="0" r="0" b="0"/>
          <a:pathLst>
            <a:path>
              <a:moveTo>
                <a:pt x="542553" y="0"/>
              </a:moveTo>
              <a:lnTo>
                <a:pt x="542553" y="94162"/>
              </a:lnTo>
              <a:lnTo>
                <a:pt x="0" y="94162"/>
              </a:lnTo>
              <a:lnTo>
                <a:pt x="0" y="1883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F64121-58AD-4996-9990-A083E635E2A0}">
      <dsp:nvSpPr>
        <dsp:cNvPr id="0" name=""/>
        <dsp:cNvSpPr/>
      </dsp:nvSpPr>
      <dsp:spPr>
        <a:xfrm>
          <a:off x="5266953" y="449429"/>
          <a:ext cx="430455" cy="188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162"/>
              </a:lnTo>
              <a:lnTo>
                <a:pt x="430455" y="94162"/>
              </a:lnTo>
              <a:lnTo>
                <a:pt x="430455" y="18832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D31DF-3F50-4D0D-BA32-E78BD74DE300}">
      <dsp:nvSpPr>
        <dsp:cNvPr id="0" name=""/>
        <dsp:cNvSpPr/>
      </dsp:nvSpPr>
      <dsp:spPr>
        <a:xfrm>
          <a:off x="3711035" y="1722860"/>
          <a:ext cx="134517" cy="2959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9382"/>
              </a:lnTo>
              <a:lnTo>
                <a:pt x="134517" y="2959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8F5DE-4234-490C-B8E3-CA169BB18863}">
      <dsp:nvSpPr>
        <dsp:cNvPr id="0" name=""/>
        <dsp:cNvSpPr/>
      </dsp:nvSpPr>
      <dsp:spPr>
        <a:xfrm>
          <a:off x="3711035" y="1722860"/>
          <a:ext cx="134517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134517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6C39C0-7E87-4488-B5BD-262A6D527DAA}">
      <dsp:nvSpPr>
        <dsp:cNvPr id="0" name=""/>
        <dsp:cNvSpPr/>
      </dsp:nvSpPr>
      <dsp:spPr>
        <a:xfrm>
          <a:off x="3711035" y="1722860"/>
          <a:ext cx="134517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134517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C229DC-0462-4111-A9C3-D81FBABD3918}">
      <dsp:nvSpPr>
        <dsp:cNvPr id="0" name=""/>
        <dsp:cNvSpPr/>
      </dsp:nvSpPr>
      <dsp:spPr>
        <a:xfrm>
          <a:off x="3711035" y="1722860"/>
          <a:ext cx="134517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134517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1C1F49-84DE-4A65-8376-3ABA62C2E165}">
      <dsp:nvSpPr>
        <dsp:cNvPr id="0" name=""/>
        <dsp:cNvSpPr/>
      </dsp:nvSpPr>
      <dsp:spPr>
        <a:xfrm>
          <a:off x="3711035" y="1722860"/>
          <a:ext cx="134517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134517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91D43-D327-4E13-9539-BACFC9B59831}">
      <dsp:nvSpPr>
        <dsp:cNvPr id="0" name=""/>
        <dsp:cNvSpPr/>
      </dsp:nvSpPr>
      <dsp:spPr>
        <a:xfrm>
          <a:off x="2442088" y="1086145"/>
          <a:ext cx="1627660" cy="188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162"/>
              </a:lnTo>
              <a:lnTo>
                <a:pt x="1627660" y="94162"/>
              </a:lnTo>
              <a:lnTo>
                <a:pt x="1627660" y="1883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D3E6ED-18B4-48B9-8DB2-4D0DEC6A246B}">
      <dsp:nvSpPr>
        <dsp:cNvPr id="0" name=""/>
        <dsp:cNvSpPr/>
      </dsp:nvSpPr>
      <dsp:spPr>
        <a:xfrm>
          <a:off x="2625929" y="1722860"/>
          <a:ext cx="134517" cy="3596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96097"/>
              </a:lnTo>
              <a:lnTo>
                <a:pt x="134517" y="359609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8D7A2-475D-440A-B8BE-B097CD173F6C}">
      <dsp:nvSpPr>
        <dsp:cNvPr id="0" name=""/>
        <dsp:cNvSpPr/>
      </dsp:nvSpPr>
      <dsp:spPr>
        <a:xfrm>
          <a:off x="2625929" y="1722860"/>
          <a:ext cx="134517" cy="2959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9382"/>
              </a:lnTo>
              <a:lnTo>
                <a:pt x="134517" y="2959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89432-4AB3-4629-9F87-9CD5D2E72AAD}">
      <dsp:nvSpPr>
        <dsp:cNvPr id="0" name=""/>
        <dsp:cNvSpPr/>
      </dsp:nvSpPr>
      <dsp:spPr>
        <a:xfrm>
          <a:off x="2625929" y="1722860"/>
          <a:ext cx="134517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134517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6A9559-E7FC-4AF1-A4A0-13890907224D}">
      <dsp:nvSpPr>
        <dsp:cNvPr id="0" name=""/>
        <dsp:cNvSpPr/>
      </dsp:nvSpPr>
      <dsp:spPr>
        <a:xfrm>
          <a:off x="2625929" y="1722860"/>
          <a:ext cx="134517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134517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490C04-D3F3-481F-AD0A-8EFC2B32250A}">
      <dsp:nvSpPr>
        <dsp:cNvPr id="0" name=""/>
        <dsp:cNvSpPr/>
      </dsp:nvSpPr>
      <dsp:spPr>
        <a:xfrm>
          <a:off x="2625929" y="1722860"/>
          <a:ext cx="134517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134517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FBA8CC-92CF-4EA0-9BE3-A7D9294C1EFF}">
      <dsp:nvSpPr>
        <dsp:cNvPr id="0" name=""/>
        <dsp:cNvSpPr/>
      </dsp:nvSpPr>
      <dsp:spPr>
        <a:xfrm>
          <a:off x="2625929" y="1722860"/>
          <a:ext cx="134517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134517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AE14D-8357-4632-B328-43FEA74CC859}">
      <dsp:nvSpPr>
        <dsp:cNvPr id="0" name=""/>
        <dsp:cNvSpPr/>
      </dsp:nvSpPr>
      <dsp:spPr>
        <a:xfrm>
          <a:off x="2442088" y="1086145"/>
          <a:ext cx="542553" cy="188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162"/>
              </a:lnTo>
              <a:lnTo>
                <a:pt x="542553" y="94162"/>
              </a:lnTo>
              <a:lnTo>
                <a:pt x="542553" y="1883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35018-B173-46FF-BB51-1E03CBFA254B}">
      <dsp:nvSpPr>
        <dsp:cNvPr id="0" name=""/>
        <dsp:cNvSpPr/>
      </dsp:nvSpPr>
      <dsp:spPr>
        <a:xfrm>
          <a:off x="1523944" y="1722860"/>
          <a:ext cx="151394" cy="2959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9382"/>
              </a:lnTo>
              <a:lnTo>
                <a:pt x="151394" y="2959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CDF675-98A0-4465-9BBC-1FE40248E202}">
      <dsp:nvSpPr>
        <dsp:cNvPr id="0" name=""/>
        <dsp:cNvSpPr/>
      </dsp:nvSpPr>
      <dsp:spPr>
        <a:xfrm>
          <a:off x="1523944" y="1722860"/>
          <a:ext cx="151394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151394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06348A-DEB3-43E0-9631-D4E344BD6E2B}">
      <dsp:nvSpPr>
        <dsp:cNvPr id="0" name=""/>
        <dsp:cNvSpPr/>
      </dsp:nvSpPr>
      <dsp:spPr>
        <a:xfrm>
          <a:off x="1523944" y="1722860"/>
          <a:ext cx="151394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151394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A18220-A307-4ACC-B0A9-C806AE9ACF24}">
      <dsp:nvSpPr>
        <dsp:cNvPr id="0" name=""/>
        <dsp:cNvSpPr/>
      </dsp:nvSpPr>
      <dsp:spPr>
        <a:xfrm>
          <a:off x="1523944" y="1722860"/>
          <a:ext cx="151394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151394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8B4E76-0F5B-4247-ADA1-76AD228830A2}">
      <dsp:nvSpPr>
        <dsp:cNvPr id="0" name=""/>
        <dsp:cNvSpPr/>
      </dsp:nvSpPr>
      <dsp:spPr>
        <a:xfrm>
          <a:off x="1523944" y="1722860"/>
          <a:ext cx="151394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151394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D3A07-279C-40C5-B09B-4378D3D2A895}">
      <dsp:nvSpPr>
        <dsp:cNvPr id="0" name=""/>
        <dsp:cNvSpPr/>
      </dsp:nvSpPr>
      <dsp:spPr>
        <a:xfrm>
          <a:off x="1882657" y="1086145"/>
          <a:ext cx="559430" cy="188324"/>
        </a:xfrm>
        <a:custGeom>
          <a:avLst/>
          <a:gdLst/>
          <a:ahLst/>
          <a:cxnLst/>
          <a:rect l="0" t="0" r="0" b="0"/>
          <a:pathLst>
            <a:path>
              <a:moveTo>
                <a:pt x="559430" y="0"/>
              </a:moveTo>
              <a:lnTo>
                <a:pt x="559430" y="94162"/>
              </a:lnTo>
              <a:lnTo>
                <a:pt x="0" y="94162"/>
              </a:lnTo>
              <a:lnTo>
                <a:pt x="0" y="1883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083AB-5A84-4AFD-BE48-C7EB36E40F8D}">
      <dsp:nvSpPr>
        <dsp:cNvPr id="0" name=""/>
        <dsp:cNvSpPr/>
      </dsp:nvSpPr>
      <dsp:spPr>
        <a:xfrm>
          <a:off x="455715" y="1722860"/>
          <a:ext cx="143350" cy="2322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666"/>
              </a:lnTo>
              <a:lnTo>
                <a:pt x="143350" y="23226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36A365-A1D4-477A-8343-4B34057EACD0}">
      <dsp:nvSpPr>
        <dsp:cNvPr id="0" name=""/>
        <dsp:cNvSpPr/>
      </dsp:nvSpPr>
      <dsp:spPr>
        <a:xfrm>
          <a:off x="455715" y="1722860"/>
          <a:ext cx="134517" cy="16859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51"/>
              </a:lnTo>
              <a:lnTo>
                <a:pt x="134517" y="16859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C9B8C-9FF8-4508-85C3-F1E5ABA46203}">
      <dsp:nvSpPr>
        <dsp:cNvPr id="0" name=""/>
        <dsp:cNvSpPr/>
      </dsp:nvSpPr>
      <dsp:spPr>
        <a:xfrm>
          <a:off x="455715" y="1722860"/>
          <a:ext cx="134517" cy="104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235"/>
              </a:lnTo>
              <a:lnTo>
                <a:pt x="134517" y="1049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8A07BC-6126-49E8-B75B-D9B6E9D6EA99}">
      <dsp:nvSpPr>
        <dsp:cNvPr id="0" name=""/>
        <dsp:cNvSpPr/>
      </dsp:nvSpPr>
      <dsp:spPr>
        <a:xfrm>
          <a:off x="455715" y="1722860"/>
          <a:ext cx="134517" cy="412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519"/>
              </a:lnTo>
              <a:lnTo>
                <a:pt x="134517" y="41251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AF9551-9717-4A88-9EC5-6622E75BCC79}">
      <dsp:nvSpPr>
        <dsp:cNvPr id="0" name=""/>
        <dsp:cNvSpPr/>
      </dsp:nvSpPr>
      <dsp:spPr>
        <a:xfrm>
          <a:off x="814428" y="1086145"/>
          <a:ext cx="1627660" cy="188324"/>
        </a:xfrm>
        <a:custGeom>
          <a:avLst/>
          <a:gdLst/>
          <a:ahLst/>
          <a:cxnLst/>
          <a:rect l="0" t="0" r="0" b="0"/>
          <a:pathLst>
            <a:path>
              <a:moveTo>
                <a:pt x="1627660" y="0"/>
              </a:moveTo>
              <a:lnTo>
                <a:pt x="1627660" y="94162"/>
              </a:lnTo>
              <a:lnTo>
                <a:pt x="0" y="94162"/>
              </a:lnTo>
              <a:lnTo>
                <a:pt x="0" y="1883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8BC32F-580E-412C-8906-E961C6A0E9F7}">
      <dsp:nvSpPr>
        <dsp:cNvPr id="0" name=""/>
        <dsp:cNvSpPr/>
      </dsp:nvSpPr>
      <dsp:spPr>
        <a:xfrm>
          <a:off x="2442088" y="449429"/>
          <a:ext cx="2824864" cy="188324"/>
        </a:xfrm>
        <a:custGeom>
          <a:avLst/>
          <a:gdLst/>
          <a:ahLst/>
          <a:cxnLst/>
          <a:rect l="0" t="0" r="0" b="0"/>
          <a:pathLst>
            <a:path>
              <a:moveTo>
                <a:pt x="2824864" y="0"/>
              </a:moveTo>
              <a:lnTo>
                <a:pt x="2824864" y="94162"/>
              </a:lnTo>
              <a:lnTo>
                <a:pt x="0" y="94162"/>
              </a:lnTo>
              <a:lnTo>
                <a:pt x="0" y="18832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11D4A-81EB-4645-AA5E-70748656B866}">
      <dsp:nvSpPr>
        <dsp:cNvPr id="0" name=""/>
        <dsp:cNvSpPr/>
      </dsp:nvSpPr>
      <dsp:spPr>
        <a:xfrm>
          <a:off x="4535066" y="1038"/>
          <a:ext cx="1463773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Joshua D Shipman</a:t>
          </a:r>
        </a:p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Claims Manager</a:t>
          </a:r>
        </a:p>
      </dsp:txBody>
      <dsp:txXfrm>
        <a:off x="4535066" y="1038"/>
        <a:ext cx="1463773" cy="448391"/>
      </dsp:txXfrm>
    </dsp:sp>
    <dsp:sp modelId="{B60C8955-6A8E-4477-A6D6-FDE7FB40F5D6}">
      <dsp:nvSpPr>
        <dsp:cNvPr id="0" name=""/>
        <dsp:cNvSpPr/>
      </dsp:nvSpPr>
      <dsp:spPr>
        <a:xfrm>
          <a:off x="1993697" y="637753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Fastlane</a:t>
          </a:r>
        </a:p>
      </dsp:txBody>
      <dsp:txXfrm>
        <a:off x="1993697" y="637753"/>
        <a:ext cx="896782" cy="448391"/>
      </dsp:txXfrm>
    </dsp:sp>
    <dsp:sp modelId="{1C502AC9-2C0F-44B7-B76A-DFE2106E7865}">
      <dsp:nvSpPr>
        <dsp:cNvPr id="0" name=""/>
        <dsp:cNvSpPr/>
      </dsp:nvSpPr>
      <dsp:spPr>
        <a:xfrm>
          <a:off x="366037" y="1274469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Jessica Fuentes</a:t>
          </a:r>
        </a:p>
      </dsp:txBody>
      <dsp:txXfrm>
        <a:off x="366037" y="1274469"/>
        <a:ext cx="896782" cy="448391"/>
      </dsp:txXfrm>
    </dsp:sp>
    <dsp:sp modelId="{1CAEA2CE-F6E5-4FEB-98BA-C47626A2C8DD}">
      <dsp:nvSpPr>
        <dsp:cNvPr id="0" name=""/>
        <dsp:cNvSpPr/>
      </dsp:nvSpPr>
      <dsp:spPr>
        <a:xfrm>
          <a:off x="590232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Desirae Nickelberry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(Glass Only)</a:t>
          </a:r>
        </a:p>
      </dsp:txBody>
      <dsp:txXfrm>
        <a:off x="590232" y="1911185"/>
        <a:ext cx="896782" cy="448391"/>
      </dsp:txXfrm>
    </dsp:sp>
    <dsp:sp modelId="{B67A2ADD-9FC9-4E3D-9802-A7583FFAEEF1}">
      <dsp:nvSpPr>
        <dsp:cNvPr id="0" name=""/>
        <dsp:cNvSpPr/>
      </dsp:nvSpPr>
      <dsp:spPr>
        <a:xfrm>
          <a:off x="590232" y="2547900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Mary Medina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(Glass Only)</a:t>
          </a:r>
          <a:endParaRPr lang="en-US" sz="800" kern="1200" dirty="0">
            <a:highlight>
              <a:srgbClr val="FFFF00"/>
            </a:highlight>
          </a:endParaRPr>
        </a:p>
      </dsp:txBody>
      <dsp:txXfrm>
        <a:off x="590232" y="2547900"/>
        <a:ext cx="896782" cy="448391"/>
      </dsp:txXfrm>
    </dsp:sp>
    <dsp:sp modelId="{8A43BA69-5E96-4048-B04D-145F9B252293}">
      <dsp:nvSpPr>
        <dsp:cNvPr id="0" name=""/>
        <dsp:cNvSpPr/>
      </dsp:nvSpPr>
      <dsp:spPr>
        <a:xfrm>
          <a:off x="590232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Jasmin </a:t>
          </a:r>
          <a:r>
            <a:rPr lang="en-US" sz="8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Villarreal </a:t>
          </a:r>
        </a:p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(</a:t>
          </a: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Glass Only)</a:t>
          </a:r>
        </a:p>
      </dsp:txBody>
      <dsp:txXfrm>
        <a:off x="590232" y="3184616"/>
        <a:ext cx="896782" cy="448391"/>
      </dsp:txXfrm>
    </dsp:sp>
    <dsp:sp modelId="{2045021C-5F50-43E7-A26F-2E68B615F4C0}">
      <dsp:nvSpPr>
        <dsp:cNvPr id="0" name=""/>
        <dsp:cNvSpPr/>
      </dsp:nvSpPr>
      <dsp:spPr>
        <a:xfrm>
          <a:off x="599066" y="3821331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Amy Brewer</a:t>
          </a:r>
        </a:p>
        <a:p>
          <a:pPr marL="0" lvl="0" indent="0" algn="ctr" defTabSz="333375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(GLASS)</a:t>
          </a:r>
        </a:p>
      </dsp:txBody>
      <dsp:txXfrm>
        <a:off x="599066" y="3821331"/>
        <a:ext cx="896782" cy="448391"/>
      </dsp:txXfrm>
    </dsp:sp>
    <dsp:sp modelId="{6095E621-399C-4331-B631-85D724BB9BEA}">
      <dsp:nvSpPr>
        <dsp:cNvPr id="0" name=""/>
        <dsp:cNvSpPr/>
      </dsp:nvSpPr>
      <dsp:spPr>
        <a:xfrm>
          <a:off x="1434266" y="1274469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Brandon Whitaker</a:t>
          </a:r>
        </a:p>
      </dsp:txBody>
      <dsp:txXfrm>
        <a:off x="1434266" y="1274469"/>
        <a:ext cx="896782" cy="448391"/>
      </dsp:txXfrm>
    </dsp:sp>
    <dsp:sp modelId="{1606FBB5-838D-4B63-B4F5-6ACFF301896C}">
      <dsp:nvSpPr>
        <dsp:cNvPr id="0" name=""/>
        <dsp:cNvSpPr/>
      </dsp:nvSpPr>
      <dsp:spPr>
        <a:xfrm>
          <a:off x="1675339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Asia Scott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1675339" y="1911185"/>
        <a:ext cx="896782" cy="448391"/>
      </dsp:txXfrm>
    </dsp:sp>
    <dsp:sp modelId="{047E7537-5F40-4CEF-AA95-4619C9E9DC09}">
      <dsp:nvSpPr>
        <dsp:cNvPr id="0" name=""/>
        <dsp:cNvSpPr/>
      </dsp:nvSpPr>
      <dsp:spPr>
        <a:xfrm>
          <a:off x="1675339" y="2547900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Charles Stark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1675339" y="2547900"/>
        <a:ext cx="896782" cy="448391"/>
      </dsp:txXfrm>
    </dsp:sp>
    <dsp:sp modelId="{697D5A0F-6230-4016-B7DC-050425BA957B}">
      <dsp:nvSpPr>
        <dsp:cNvPr id="0" name=""/>
        <dsp:cNvSpPr/>
      </dsp:nvSpPr>
      <dsp:spPr>
        <a:xfrm>
          <a:off x="1675339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Emely Hernandez </a:t>
          </a: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1675339" y="3184616"/>
        <a:ext cx="896782" cy="448391"/>
      </dsp:txXfrm>
    </dsp:sp>
    <dsp:sp modelId="{B1CE9002-A304-47A8-BF54-4F99922EBF2D}">
      <dsp:nvSpPr>
        <dsp:cNvPr id="0" name=""/>
        <dsp:cNvSpPr/>
      </dsp:nvSpPr>
      <dsp:spPr>
        <a:xfrm>
          <a:off x="1675339" y="3821331"/>
          <a:ext cx="896782" cy="448391"/>
        </a:xfrm>
        <a:prstGeom prst="rect">
          <a:avLst/>
        </a:prstGeom>
        <a:solidFill>
          <a:srgbClr val="FFC000">
            <a:lumMod val="40000"/>
            <a:lumOff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Faybrail</a:t>
          </a:r>
          <a:r>
            <a:rPr lang="en-US" sz="800" kern="1200" dirty="0"/>
            <a:t> Johnson (Temp)</a:t>
          </a:r>
        </a:p>
      </dsp:txBody>
      <dsp:txXfrm>
        <a:off x="1675339" y="3821331"/>
        <a:ext cx="896782" cy="448391"/>
      </dsp:txXfrm>
    </dsp:sp>
    <dsp:sp modelId="{C43F3136-1CD2-49D8-B9D8-D4C6C4D8FEC7}">
      <dsp:nvSpPr>
        <dsp:cNvPr id="0" name=""/>
        <dsp:cNvSpPr/>
      </dsp:nvSpPr>
      <dsp:spPr>
        <a:xfrm>
          <a:off x="1675339" y="4458047"/>
          <a:ext cx="896782" cy="448391"/>
        </a:xfrm>
        <a:prstGeom prst="rect">
          <a:avLst/>
        </a:prstGeom>
        <a:solidFill>
          <a:srgbClr val="FFC000">
            <a:lumMod val="40000"/>
            <a:lumOff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Denise Brown (Temp)</a:t>
          </a:r>
        </a:p>
      </dsp:txBody>
      <dsp:txXfrm>
        <a:off x="1675339" y="4458047"/>
        <a:ext cx="896782" cy="448391"/>
      </dsp:txXfrm>
    </dsp:sp>
    <dsp:sp modelId="{4D808C45-9DB3-43A0-9F0D-8BB1CB15E00C}">
      <dsp:nvSpPr>
        <dsp:cNvPr id="0" name=""/>
        <dsp:cNvSpPr/>
      </dsp:nvSpPr>
      <dsp:spPr>
        <a:xfrm>
          <a:off x="2536250" y="1274469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Enrique Martinez</a:t>
          </a:r>
        </a:p>
      </dsp:txBody>
      <dsp:txXfrm>
        <a:off x="2536250" y="1274469"/>
        <a:ext cx="896782" cy="448391"/>
      </dsp:txXfrm>
    </dsp:sp>
    <dsp:sp modelId="{300F7607-9BC1-4B30-8AF2-4D4EB2D0CFF0}">
      <dsp:nvSpPr>
        <dsp:cNvPr id="0" name=""/>
        <dsp:cNvSpPr/>
      </dsp:nvSpPr>
      <dsp:spPr>
        <a:xfrm>
          <a:off x="2760446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Ernesto Gallegos</a:t>
          </a:r>
        </a:p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2760446" y="1911185"/>
        <a:ext cx="896782" cy="448391"/>
      </dsp:txXfrm>
    </dsp:sp>
    <dsp:sp modelId="{37EFF60E-DEC5-4573-B902-AE8AFA1E326E}">
      <dsp:nvSpPr>
        <dsp:cNvPr id="0" name=""/>
        <dsp:cNvSpPr/>
      </dsp:nvSpPr>
      <dsp:spPr>
        <a:xfrm>
          <a:off x="2760446" y="2547900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Carol Gilbert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2760446" y="2547900"/>
        <a:ext cx="896782" cy="448391"/>
      </dsp:txXfrm>
    </dsp:sp>
    <dsp:sp modelId="{7BD28B1D-93CF-49EB-9A07-69136E106717}">
      <dsp:nvSpPr>
        <dsp:cNvPr id="0" name=""/>
        <dsp:cNvSpPr/>
      </dsp:nvSpPr>
      <dsp:spPr>
        <a:xfrm>
          <a:off x="2760446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Justin Offield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</a:t>
          </a: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2760446" y="3184616"/>
        <a:ext cx="896782" cy="448391"/>
      </dsp:txXfrm>
    </dsp:sp>
    <dsp:sp modelId="{9EC69996-67FA-4CCC-99DA-96ECFA95D19A}">
      <dsp:nvSpPr>
        <dsp:cNvPr id="0" name=""/>
        <dsp:cNvSpPr/>
      </dsp:nvSpPr>
      <dsp:spPr>
        <a:xfrm>
          <a:off x="2760446" y="3821331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Alex Hernandez</a:t>
          </a:r>
          <a:endParaRPr lang="en-US" sz="800" kern="1200" dirty="0">
            <a:highlight>
              <a:srgbClr val="FFFF00"/>
            </a:highlight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(100% Fast)</a:t>
          </a:r>
          <a:endParaRPr lang="en-US" sz="800" kern="1200" dirty="0"/>
        </a:p>
      </dsp:txBody>
      <dsp:txXfrm>
        <a:off x="2760446" y="3821331"/>
        <a:ext cx="896782" cy="448391"/>
      </dsp:txXfrm>
    </dsp:sp>
    <dsp:sp modelId="{78E2DE9F-3337-48E2-93F4-72D910AF8D59}">
      <dsp:nvSpPr>
        <dsp:cNvPr id="0" name=""/>
        <dsp:cNvSpPr/>
      </dsp:nvSpPr>
      <dsp:spPr>
        <a:xfrm>
          <a:off x="2760446" y="4458047"/>
          <a:ext cx="896782" cy="448391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Brandy Dagley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(Temp)</a:t>
          </a:r>
        </a:p>
      </dsp:txBody>
      <dsp:txXfrm>
        <a:off x="2760446" y="4458047"/>
        <a:ext cx="896782" cy="448391"/>
      </dsp:txXfrm>
    </dsp:sp>
    <dsp:sp modelId="{80620919-AEA0-44D8-B963-749096DB4292}">
      <dsp:nvSpPr>
        <dsp:cNvPr id="0" name=""/>
        <dsp:cNvSpPr/>
      </dsp:nvSpPr>
      <dsp:spPr>
        <a:xfrm>
          <a:off x="2760446" y="5094762"/>
          <a:ext cx="896782" cy="448391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Rachel Prado-Wall (Temp)</a:t>
          </a:r>
        </a:p>
      </dsp:txBody>
      <dsp:txXfrm>
        <a:off x="2760446" y="5094762"/>
        <a:ext cx="896782" cy="448391"/>
      </dsp:txXfrm>
    </dsp:sp>
    <dsp:sp modelId="{462E34CB-8D2C-45E2-91B2-642534F74197}">
      <dsp:nvSpPr>
        <dsp:cNvPr id="0" name=""/>
        <dsp:cNvSpPr/>
      </dsp:nvSpPr>
      <dsp:spPr>
        <a:xfrm>
          <a:off x="3621357" y="1274469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</a:rPr>
            <a:t>Open-TL</a:t>
          </a:r>
        </a:p>
      </dsp:txBody>
      <dsp:txXfrm>
        <a:off x="3621357" y="1274469"/>
        <a:ext cx="896782" cy="448391"/>
      </dsp:txXfrm>
    </dsp:sp>
    <dsp:sp modelId="{F2AE0978-41DB-4A22-900D-FE408B59B491}">
      <dsp:nvSpPr>
        <dsp:cNvPr id="0" name=""/>
        <dsp:cNvSpPr/>
      </dsp:nvSpPr>
      <dsp:spPr>
        <a:xfrm>
          <a:off x="3845553" y="1911185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Tim Morris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highlight>
                <a:srgbClr val="FFFF00"/>
              </a:highlight>
            </a:rPr>
            <a:t>(LOA)</a:t>
          </a:r>
        </a:p>
      </dsp:txBody>
      <dsp:txXfrm>
        <a:off x="3845553" y="1911185"/>
        <a:ext cx="896782" cy="448391"/>
      </dsp:txXfrm>
    </dsp:sp>
    <dsp:sp modelId="{012839C2-9FD4-4C8A-817E-E5A30364F182}">
      <dsp:nvSpPr>
        <dsp:cNvPr id="0" name=""/>
        <dsp:cNvSpPr/>
      </dsp:nvSpPr>
      <dsp:spPr>
        <a:xfrm>
          <a:off x="3845553" y="2547900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Alex Spitzer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</a:t>
          </a:r>
          <a:r>
            <a:rPr lang="en-US" sz="800" kern="1200" dirty="0">
              <a:highlight>
                <a:srgbClr val="FFFF00"/>
              </a:highlight>
            </a:rPr>
            <a:t>Currently in Training</a:t>
          </a:r>
          <a:r>
            <a:rPr lang="en-US" sz="800" kern="1200" dirty="0"/>
            <a:t>)</a:t>
          </a:r>
        </a:p>
      </dsp:txBody>
      <dsp:txXfrm>
        <a:off x="3845553" y="2547900"/>
        <a:ext cx="896782" cy="448391"/>
      </dsp:txXfrm>
    </dsp:sp>
    <dsp:sp modelId="{1F354998-CF66-4807-91D7-2CBB479FB822}">
      <dsp:nvSpPr>
        <dsp:cNvPr id="0" name=""/>
        <dsp:cNvSpPr/>
      </dsp:nvSpPr>
      <dsp:spPr>
        <a:xfrm>
          <a:off x="3845553" y="3184616"/>
          <a:ext cx="896782" cy="448391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Diana Marquez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</a:t>
          </a:r>
          <a:r>
            <a:rPr lang="en-US" sz="800" kern="1200" dirty="0">
              <a:highlight>
                <a:srgbClr val="FFFF00"/>
              </a:highlight>
            </a:rPr>
            <a:t>Currently in Training</a:t>
          </a:r>
          <a:r>
            <a:rPr lang="en-US" sz="800" kern="1200" dirty="0"/>
            <a:t>) </a:t>
          </a:r>
        </a:p>
      </dsp:txBody>
      <dsp:txXfrm>
        <a:off x="3845553" y="3184616"/>
        <a:ext cx="896782" cy="448391"/>
      </dsp:txXfrm>
    </dsp:sp>
    <dsp:sp modelId="{8E917D68-A5B7-4651-8C8F-7435C1FA0848}">
      <dsp:nvSpPr>
        <dsp:cNvPr id="0" name=""/>
        <dsp:cNvSpPr/>
      </dsp:nvSpPr>
      <dsp:spPr>
        <a:xfrm>
          <a:off x="3845553" y="3821331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Open</a:t>
          </a:r>
          <a:endParaRPr lang="en-US" sz="800" kern="1200" dirty="0">
            <a:solidFill>
              <a:schemeClr val="tx1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(Claudia Medina)</a:t>
          </a:r>
        </a:p>
      </dsp:txBody>
      <dsp:txXfrm>
        <a:off x="3845553" y="3821331"/>
        <a:ext cx="896782" cy="448391"/>
      </dsp:txXfrm>
    </dsp:sp>
    <dsp:sp modelId="{1B3948E2-992C-4F07-9464-7DC35E039163}">
      <dsp:nvSpPr>
        <dsp:cNvPr id="0" name=""/>
        <dsp:cNvSpPr/>
      </dsp:nvSpPr>
      <dsp:spPr>
        <a:xfrm>
          <a:off x="3845553" y="4458047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Open </a:t>
          </a:r>
        </a:p>
        <a:p>
          <a:pPr marL="0" lvl="0" indent="0" algn="ctr" defTabSz="3333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(Shabriel Locke)</a:t>
          </a:r>
          <a:endParaRPr lang="en-US" sz="800" kern="1200" dirty="0">
            <a:solidFill>
              <a:schemeClr val="tx1"/>
            </a:solidFill>
            <a:latin typeface="Calibri" panose="020F0502020204030204"/>
            <a:ea typeface="+mn-ea"/>
            <a:cs typeface="+mn-cs"/>
          </a:endParaRPr>
        </a:p>
      </dsp:txBody>
      <dsp:txXfrm>
        <a:off x="3845553" y="4458047"/>
        <a:ext cx="896782" cy="448391"/>
      </dsp:txXfrm>
    </dsp:sp>
    <dsp:sp modelId="{3DBC93A4-0883-45A0-AB76-42DEA798BD64}">
      <dsp:nvSpPr>
        <dsp:cNvPr id="0" name=""/>
        <dsp:cNvSpPr/>
      </dsp:nvSpPr>
      <dsp:spPr>
        <a:xfrm>
          <a:off x="5249017" y="637753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Total Loss</a:t>
          </a:r>
        </a:p>
      </dsp:txBody>
      <dsp:txXfrm>
        <a:off x="5249017" y="637753"/>
        <a:ext cx="896782" cy="448391"/>
      </dsp:txXfrm>
    </dsp:sp>
    <dsp:sp modelId="{E091965D-1A48-4B32-87A7-16C702A891F4}">
      <dsp:nvSpPr>
        <dsp:cNvPr id="0" name=""/>
        <dsp:cNvSpPr/>
      </dsp:nvSpPr>
      <dsp:spPr>
        <a:xfrm>
          <a:off x="4706464" y="1274469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Open -TL</a:t>
          </a:r>
        </a:p>
      </dsp:txBody>
      <dsp:txXfrm>
        <a:off x="4706464" y="1274469"/>
        <a:ext cx="896782" cy="448391"/>
      </dsp:txXfrm>
    </dsp:sp>
    <dsp:sp modelId="{0A94FF5B-4CFC-4873-A529-F16518F14454}">
      <dsp:nvSpPr>
        <dsp:cNvPr id="0" name=""/>
        <dsp:cNvSpPr/>
      </dsp:nvSpPr>
      <dsp:spPr>
        <a:xfrm>
          <a:off x="4930659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Maria Ramirez</a:t>
          </a:r>
        </a:p>
      </dsp:txBody>
      <dsp:txXfrm>
        <a:off x="4930659" y="1911185"/>
        <a:ext cx="896782" cy="448391"/>
      </dsp:txXfrm>
    </dsp:sp>
    <dsp:sp modelId="{6C7B74F0-F8D9-4669-9D4E-5F1E8543119A}">
      <dsp:nvSpPr>
        <dsp:cNvPr id="0" name=""/>
        <dsp:cNvSpPr/>
      </dsp:nvSpPr>
      <dsp:spPr>
        <a:xfrm>
          <a:off x="4930659" y="2547900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Sentel Campbell</a:t>
          </a:r>
        </a:p>
      </dsp:txBody>
      <dsp:txXfrm>
        <a:off x="4930659" y="2547900"/>
        <a:ext cx="896782" cy="448391"/>
      </dsp:txXfrm>
    </dsp:sp>
    <dsp:sp modelId="{7D33BE54-71C5-433C-9381-03342A574AF5}">
      <dsp:nvSpPr>
        <dsp:cNvPr id="0" name=""/>
        <dsp:cNvSpPr/>
      </dsp:nvSpPr>
      <dsp:spPr>
        <a:xfrm>
          <a:off x="4930659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Ruben Mandujano</a:t>
          </a:r>
        </a:p>
      </dsp:txBody>
      <dsp:txXfrm>
        <a:off x="4930659" y="3184616"/>
        <a:ext cx="896782" cy="448391"/>
      </dsp:txXfrm>
    </dsp:sp>
    <dsp:sp modelId="{C7B0AFD6-60A2-4BB9-863C-B889D9004DB4}">
      <dsp:nvSpPr>
        <dsp:cNvPr id="0" name=""/>
        <dsp:cNvSpPr/>
      </dsp:nvSpPr>
      <dsp:spPr>
        <a:xfrm>
          <a:off x="4930659" y="3821331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Pender Gutierrez</a:t>
          </a:r>
        </a:p>
      </dsp:txBody>
      <dsp:txXfrm>
        <a:off x="4930659" y="3821331"/>
        <a:ext cx="896782" cy="448391"/>
      </dsp:txXfrm>
    </dsp:sp>
    <dsp:sp modelId="{C33D7DFD-08F7-4114-A454-52C8C215FA6F}">
      <dsp:nvSpPr>
        <dsp:cNvPr id="0" name=""/>
        <dsp:cNvSpPr/>
      </dsp:nvSpPr>
      <dsp:spPr>
        <a:xfrm>
          <a:off x="4930659" y="4458047"/>
          <a:ext cx="896782" cy="448391"/>
        </a:xfrm>
        <a:prstGeom prst="rect">
          <a:avLst/>
        </a:prstGeom>
        <a:solidFill>
          <a:schemeClr val="bg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Nina Jones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FF0000"/>
              </a:solidFill>
            </a:rPr>
            <a:t>Specialty</a:t>
          </a:r>
        </a:p>
      </dsp:txBody>
      <dsp:txXfrm>
        <a:off x="4930659" y="4458047"/>
        <a:ext cx="896782" cy="448391"/>
      </dsp:txXfrm>
    </dsp:sp>
    <dsp:sp modelId="{2F537B09-B3E4-4784-8840-3164DFA80CC5}">
      <dsp:nvSpPr>
        <dsp:cNvPr id="0" name=""/>
        <dsp:cNvSpPr/>
      </dsp:nvSpPr>
      <dsp:spPr>
        <a:xfrm>
          <a:off x="5791571" y="1274469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Franco Glaze Total Loss</a:t>
          </a:r>
        </a:p>
      </dsp:txBody>
      <dsp:txXfrm>
        <a:off x="5791571" y="1274469"/>
        <a:ext cx="896782" cy="448391"/>
      </dsp:txXfrm>
    </dsp:sp>
    <dsp:sp modelId="{5817A5CA-926A-4A9B-8D24-C9C8CC0515C7}">
      <dsp:nvSpPr>
        <dsp:cNvPr id="0" name=""/>
        <dsp:cNvSpPr/>
      </dsp:nvSpPr>
      <dsp:spPr>
        <a:xfrm>
          <a:off x="6015766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Martha Parsons</a:t>
          </a:r>
        </a:p>
      </dsp:txBody>
      <dsp:txXfrm>
        <a:off x="6015766" y="1911185"/>
        <a:ext cx="896782" cy="448391"/>
      </dsp:txXfrm>
    </dsp:sp>
    <dsp:sp modelId="{5C41053D-0777-4496-848D-B2688750CFCA}">
      <dsp:nvSpPr>
        <dsp:cNvPr id="0" name=""/>
        <dsp:cNvSpPr/>
      </dsp:nvSpPr>
      <dsp:spPr>
        <a:xfrm>
          <a:off x="6015766" y="2547900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Frank Sarabia</a:t>
          </a:r>
        </a:p>
      </dsp:txBody>
      <dsp:txXfrm>
        <a:off x="6015766" y="2547900"/>
        <a:ext cx="896782" cy="448391"/>
      </dsp:txXfrm>
    </dsp:sp>
    <dsp:sp modelId="{F0329064-EC6D-4FE2-9FC1-CE7C83E36737}">
      <dsp:nvSpPr>
        <dsp:cNvPr id="0" name=""/>
        <dsp:cNvSpPr/>
      </dsp:nvSpPr>
      <dsp:spPr>
        <a:xfrm>
          <a:off x="6015766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Nancy Escalante</a:t>
          </a:r>
        </a:p>
      </dsp:txBody>
      <dsp:txXfrm>
        <a:off x="6015766" y="3184616"/>
        <a:ext cx="896782" cy="448391"/>
      </dsp:txXfrm>
    </dsp:sp>
    <dsp:sp modelId="{3F2DF6B6-2EEA-46D0-87C7-AF2549BC5DFD}">
      <dsp:nvSpPr>
        <dsp:cNvPr id="0" name=""/>
        <dsp:cNvSpPr/>
      </dsp:nvSpPr>
      <dsp:spPr>
        <a:xfrm>
          <a:off x="6015766" y="3821331"/>
          <a:ext cx="896782" cy="448391"/>
        </a:xfrm>
        <a:prstGeom prst="rect">
          <a:avLst/>
        </a:prstGeom>
        <a:solidFill>
          <a:schemeClr val="bg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Amayrani Ramos </a:t>
          </a:r>
          <a:r>
            <a:rPr lang="en-US" sz="800" kern="1200">
              <a:solidFill>
                <a:srgbClr val="FF0000"/>
              </a:solidFill>
            </a:rPr>
            <a:t>Specialty</a:t>
          </a:r>
          <a:endParaRPr lang="en-US" sz="800" kern="1200" dirty="0"/>
        </a:p>
      </dsp:txBody>
      <dsp:txXfrm>
        <a:off x="6015766" y="3821331"/>
        <a:ext cx="896782" cy="448391"/>
      </dsp:txXfrm>
    </dsp:sp>
    <dsp:sp modelId="{3451A8F9-42C2-42B2-9953-ED705A8C006D}">
      <dsp:nvSpPr>
        <dsp:cNvPr id="0" name=""/>
        <dsp:cNvSpPr/>
      </dsp:nvSpPr>
      <dsp:spPr>
        <a:xfrm>
          <a:off x="7643426" y="637753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      Call Center</a:t>
          </a:r>
        </a:p>
      </dsp:txBody>
      <dsp:txXfrm>
        <a:off x="7643426" y="637753"/>
        <a:ext cx="896782" cy="448391"/>
      </dsp:txXfrm>
    </dsp:sp>
    <dsp:sp modelId="{DC6673C2-BB83-4AEF-BE01-B49A75D21211}">
      <dsp:nvSpPr>
        <dsp:cNvPr id="0" name=""/>
        <dsp:cNvSpPr/>
      </dsp:nvSpPr>
      <dsp:spPr>
        <a:xfrm>
          <a:off x="7100873" y="1274469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Roxanne Tieman</a:t>
          </a:r>
        </a:p>
      </dsp:txBody>
      <dsp:txXfrm>
        <a:off x="7100873" y="1274469"/>
        <a:ext cx="896782" cy="448391"/>
      </dsp:txXfrm>
    </dsp:sp>
    <dsp:sp modelId="{63177B3E-3A5F-4A02-BFEF-64DC01ECAB37}">
      <dsp:nvSpPr>
        <dsp:cNvPr id="0" name=""/>
        <dsp:cNvSpPr/>
      </dsp:nvSpPr>
      <dsp:spPr>
        <a:xfrm>
          <a:off x="8185980" y="1274469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</a:rPr>
            <a:t>Open – Specialty (QC)</a:t>
          </a:r>
          <a:endParaRPr lang="en-US" sz="800" kern="1200" dirty="0"/>
        </a:p>
      </dsp:txBody>
      <dsp:txXfrm>
        <a:off x="8185980" y="1274469"/>
        <a:ext cx="896782" cy="448391"/>
      </dsp:txXfrm>
    </dsp:sp>
    <dsp:sp modelId="{AF492AD8-93AC-447F-97C8-613914884FDA}">
      <dsp:nvSpPr>
        <dsp:cNvPr id="0" name=""/>
        <dsp:cNvSpPr/>
      </dsp:nvSpPr>
      <dsp:spPr>
        <a:xfrm>
          <a:off x="7100873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Brenda Ramirez</a:t>
          </a:r>
        </a:p>
      </dsp:txBody>
      <dsp:txXfrm>
        <a:off x="7100873" y="1911185"/>
        <a:ext cx="896782" cy="448391"/>
      </dsp:txXfrm>
    </dsp:sp>
    <dsp:sp modelId="{39262C73-CA99-47B8-B4E8-B48737AF0EF4}">
      <dsp:nvSpPr>
        <dsp:cNvPr id="0" name=""/>
        <dsp:cNvSpPr/>
      </dsp:nvSpPr>
      <dsp:spPr>
        <a:xfrm>
          <a:off x="8185980" y="1911185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Caitlynn Moore</a:t>
          </a:r>
        </a:p>
      </dsp:txBody>
      <dsp:txXfrm>
        <a:off x="8185980" y="1911185"/>
        <a:ext cx="896782" cy="448391"/>
      </dsp:txXfrm>
    </dsp:sp>
    <dsp:sp modelId="{4F12538B-B358-4C7C-AE35-3B7B9F04794B}">
      <dsp:nvSpPr>
        <dsp:cNvPr id="0" name=""/>
        <dsp:cNvSpPr/>
      </dsp:nvSpPr>
      <dsp:spPr>
        <a:xfrm>
          <a:off x="7100873" y="2547900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Ashlee Valencia</a:t>
          </a:r>
        </a:p>
      </dsp:txBody>
      <dsp:txXfrm>
        <a:off x="7100873" y="2547900"/>
        <a:ext cx="896782" cy="448391"/>
      </dsp:txXfrm>
    </dsp:sp>
    <dsp:sp modelId="{4B70FDCC-C44C-4D5D-8A3D-0FBF68D10EE5}">
      <dsp:nvSpPr>
        <dsp:cNvPr id="0" name=""/>
        <dsp:cNvSpPr/>
      </dsp:nvSpPr>
      <dsp:spPr>
        <a:xfrm>
          <a:off x="8185980" y="2547900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Joseph Guzman</a:t>
          </a:r>
        </a:p>
      </dsp:txBody>
      <dsp:txXfrm>
        <a:off x="8185980" y="2547900"/>
        <a:ext cx="896782" cy="448391"/>
      </dsp:txXfrm>
    </dsp:sp>
    <dsp:sp modelId="{887C3025-1F65-4A12-9DB9-D30BDABE3497}">
      <dsp:nvSpPr>
        <dsp:cNvPr id="0" name=""/>
        <dsp:cNvSpPr/>
      </dsp:nvSpPr>
      <dsp:spPr>
        <a:xfrm>
          <a:off x="7100873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Erik McEwen</a:t>
          </a:r>
          <a:endParaRPr lang="en-US" sz="800" kern="1200" dirty="0"/>
        </a:p>
      </dsp:txBody>
      <dsp:txXfrm>
        <a:off x="7100873" y="3184616"/>
        <a:ext cx="896782" cy="448391"/>
      </dsp:txXfrm>
    </dsp:sp>
    <dsp:sp modelId="{4704A6A1-708D-499D-875B-F0869293C3E8}">
      <dsp:nvSpPr>
        <dsp:cNvPr id="0" name=""/>
        <dsp:cNvSpPr/>
      </dsp:nvSpPr>
      <dsp:spPr>
        <a:xfrm>
          <a:off x="8185980" y="3184616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Jorge Lastra</a:t>
          </a:r>
        </a:p>
      </dsp:txBody>
      <dsp:txXfrm>
        <a:off x="8185980" y="3184616"/>
        <a:ext cx="896782" cy="448391"/>
      </dsp:txXfrm>
    </dsp:sp>
    <dsp:sp modelId="{6AC2CD89-F7F7-4904-9AD1-5C0FA6A18C0E}">
      <dsp:nvSpPr>
        <dsp:cNvPr id="0" name=""/>
        <dsp:cNvSpPr/>
      </dsp:nvSpPr>
      <dsp:spPr>
        <a:xfrm>
          <a:off x="7100873" y="3821331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Aracely Garcia</a:t>
          </a:r>
        </a:p>
      </dsp:txBody>
      <dsp:txXfrm>
        <a:off x="7100873" y="3821331"/>
        <a:ext cx="896782" cy="448391"/>
      </dsp:txXfrm>
    </dsp:sp>
    <dsp:sp modelId="{03611B4E-A7AC-4795-B78E-475546EB12B9}">
      <dsp:nvSpPr>
        <dsp:cNvPr id="0" name=""/>
        <dsp:cNvSpPr/>
      </dsp:nvSpPr>
      <dsp:spPr>
        <a:xfrm>
          <a:off x="8185980" y="3821331"/>
          <a:ext cx="896782" cy="448391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Ebyn Ruiz</a:t>
          </a:r>
        </a:p>
      </dsp:txBody>
      <dsp:txXfrm>
        <a:off x="8185980" y="3821331"/>
        <a:ext cx="896782" cy="448391"/>
      </dsp:txXfrm>
    </dsp:sp>
    <dsp:sp modelId="{4DD3D626-91BB-490F-9108-18A9214D9EE2}">
      <dsp:nvSpPr>
        <dsp:cNvPr id="0" name=""/>
        <dsp:cNvSpPr/>
      </dsp:nvSpPr>
      <dsp:spPr>
        <a:xfrm>
          <a:off x="7100873" y="4458047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Liliana Manzano</a:t>
          </a:r>
        </a:p>
      </dsp:txBody>
      <dsp:txXfrm>
        <a:off x="7100873" y="4458047"/>
        <a:ext cx="896782" cy="448391"/>
      </dsp:txXfrm>
    </dsp:sp>
    <dsp:sp modelId="{22A1E35B-ED8D-46CD-9487-BDA3A0EBE3A8}">
      <dsp:nvSpPr>
        <dsp:cNvPr id="0" name=""/>
        <dsp:cNvSpPr/>
      </dsp:nvSpPr>
      <dsp:spPr>
        <a:xfrm>
          <a:off x="8185980" y="4458047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Alejandro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Morales</a:t>
          </a:r>
          <a:endParaRPr lang="en-US" sz="800" kern="1200" dirty="0"/>
        </a:p>
      </dsp:txBody>
      <dsp:txXfrm>
        <a:off x="8185980" y="4458047"/>
        <a:ext cx="896782" cy="448391"/>
      </dsp:txXfrm>
    </dsp:sp>
    <dsp:sp modelId="{7B442F6C-159C-4CC7-A593-42DF521344D4}">
      <dsp:nvSpPr>
        <dsp:cNvPr id="0" name=""/>
        <dsp:cNvSpPr/>
      </dsp:nvSpPr>
      <dsp:spPr>
        <a:xfrm>
          <a:off x="7109859" y="5124809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Open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(Wendy Hernandez)</a:t>
          </a:r>
        </a:p>
      </dsp:txBody>
      <dsp:txXfrm>
        <a:off x="7109859" y="5124809"/>
        <a:ext cx="896782" cy="448391"/>
      </dsp:txXfrm>
    </dsp:sp>
    <dsp:sp modelId="{E7E9D213-E2D6-4373-BE00-55952B6A20C6}">
      <dsp:nvSpPr>
        <dsp:cNvPr id="0" name=""/>
        <dsp:cNvSpPr/>
      </dsp:nvSpPr>
      <dsp:spPr>
        <a:xfrm>
          <a:off x="8185980" y="5094762"/>
          <a:ext cx="896782" cy="4483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Azucena Chacon</a:t>
          </a:r>
        </a:p>
      </dsp:txBody>
      <dsp:txXfrm>
        <a:off x="8185980" y="5094762"/>
        <a:ext cx="896782" cy="448391"/>
      </dsp:txXfrm>
    </dsp:sp>
    <dsp:sp modelId="{4BE99D80-54B7-451D-893D-38EF429C2951}">
      <dsp:nvSpPr>
        <dsp:cNvPr id="0" name=""/>
        <dsp:cNvSpPr/>
      </dsp:nvSpPr>
      <dsp:spPr>
        <a:xfrm>
          <a:off x="7100873" y="5731478"/>
          <a:ext cx="896782" cy="448391"/>
        </a:xfrm>
        <a:prstGeom prst="rect">
          <a:avLst/>
        </a:prstGeom>
        <a:solidFill>
          <a:schemeClr val="bg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Meagin Ayala Specialty</a:t>
          </a:r>
        </a:p>
      </dsp:txBody>
      <dsp:txXfrm>
        <a:off x="7100873" y="5731478"/>
        <a:ext cx="896782" cy="448391"/>
      </dsp:txXfrm>
    </dsp:sp>
    <dsp:sp modelId="{B5CF2221-412F-4245-A9CE-A321D7C58D33}">
      <dsp:nvSpPr>
        <dsp:cNvPr id="0" name=""/>
        <dsp:cNvSpPr/>
      </dsp:nvSpPr>
      <dsp:spPr>
        <a:xfrm>
          <a:off x="8185980" y="5731478"/>
          <a:ext cx="896782" cy="448391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Open-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(Mary Medina)</a:t>
          </a:r>
        </a:p>
      </dsp:txBody>
      <dsp:txXfrm>
        <a:off x="8185980" y="5731478"/>
        <a:ext cx="896782" cy="448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A10E-CEB5-44DB-9FED-8F8BEAD8F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934CF-7744-4082-9660-2C508E778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55685-FA06-4588-9713-B70D42F3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A8815-66D7-4FA8-9046-DCC211CB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50AEF-C85C-4730-ABAE-8627A669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6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EAE1-E7E0-4F68-9615-75214A22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DAE5-1290-4823-A6E2-0998C9F53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1D855-FB8E-44BE-969E-EC939928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89625-50CF-4C01-95A7-95838FC6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7F6A2-2D1C-44C7-B0F5-D92AC1953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4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4553-1824-4458-A563-A400F2D3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98257-83BF-4799-AE00-155B31E38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4BE36-7CF8-4DA0-B7EE-A6AA884D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0985-E72B-4F6E-A841-CDF9614D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F3F8F-E1B7-4FCF-A2EA-D1C0C1DA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3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A4FB-293F-45F3-A68E-8692392B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87DE-22DD-4AEA-B469-F980CBCA9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1914C-28C1-4FFC-92E0-482E2B993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83944-068B-4B05-B399-5E9D5FE0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64E55-672D-44C5-9B8D-1368BF93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74188-04E8-4966-A722-BB509BF5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3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F4C7-F6AB-4543-8C55-D3D8BBD4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F368-915F-4155-B1C9-3C1BC722D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E1FDA-DFBC-486E-A062-22CD52518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1A06A-C3E9-497E-BC9F-C5FD208DC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27623-22A8-4DFE-9115-9555463DD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0238A-33E3-40D2-B59D-30BCAED9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64E1C-F84C-4998-909D-6634B514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AE898-010D-4471-B111-539D731D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6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5CB2-D7E9-4C8C-B408-C7403B8C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A573C-0427-4EC5-895E-4131E119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E39BF-5502-403B-9979-D9852A22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A31B8-2F68-4DFE-AAF9-DF578CC4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82D69-6879-4C6E-B651-2C594736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414E8-9E5D-4CFE-9F94-94A390A8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157B9-60B8-46F0-A312-61D0EAA3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7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66BFF-CFD3-49ED-9969-21F54528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2CEE-3DFD-4F92-B665-8BDABB2F1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0CD57-89EB-48EA-840A-F61050B9F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50646-4F55-4E02-8709-18587B65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1725C-9FAF-4163-843B-7142C83E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E5D54-ED46-4DC4-8485-337DFDB4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5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E06E-9A88-4E5F-94AE-AA062986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74938-FBBC-4B75-B57C-5EA568AEC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209F6-1F2A-4708-B6D8-916AD6713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3ACE3-29B5-47D1-9664-F7A20B10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2CE71-ECCD-4AE6-9317-A7FEBF0E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41B00-AFA4-49C7-AA7C-49962F7B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1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01EF-3186-4BB1-8E31-2C958023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02A76-771B-4B8F-9FE3-C47A66D44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5A5E9-A622-42A9-8BAC-EB8591C7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E3A5-6A65-4D89-8F2C-C9B56476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9C5B-5C10-44D1-A396-2FE2439A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0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49782-BF09-4619-ABDC-C929A3681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81CDB-0CA4-4BF8-ABCC-BA58DEB47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3FB8-8AA1-452D-87C5-0573704F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EB12E-10B9-45AE-8474-9DEE9F78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BAF12-646F-4C41-B57E-FD963690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41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41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 b="0" dirty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5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4B2DA-9C24-404E-830F-91BD5E719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19B6-96AD-4B91-A403-00FDC649C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C7E03-2DE5-4104-A8AE-FC5F98AD8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7C5A9-1B6C-464A-BC6B-40A61446159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ECB81-FD57-4019-99E7-E98B75B68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9AF3D-E1A2-4E23-90B0-C765640F5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BB98A-38FA-4151-9264-F2057DE1F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8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29197382"/>
              </p:ext>
            </p:extLst>
          </p:nvPr>
        </p:nvGraphicFramePr>
        <p:xfrm>
          <a:off x="1480458" y="600889"/>
          <a:ext cx="9448800" cy="6180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6563" name="Text Box 4"/>
          <p:cNvSpPr txBox="1">
            <a:spLocks noChangeArrowheads="1"/>
          </p:cNvSpPr>
          <p:nvPr/>
        </p:nvSpPr>
        <p:spPr bwMode="auto">
          <a:xfrm>
            <a:off x="2320507" y="76203"/>
            <a:ext cx="79041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rgbClr val="000000"/>
                </a:solidFill>
              </a:rPr>
              <a:t>FAST LANE / CALL CENTER / TOTAL LOSS 2020</a:t>
            </a:r>
          </a:p>
        </p:txBody>
      </p:sp>
      <p:sp>
        <p:nvSpPr>
          <p:cNvPr id="66565" name="Rectangle 2"/>
          <p:cNvSpPr>
            <a:spLocks noChangeArrowheads="1"/>
          </p:cNvSpPr>
          <p:nvPr/>
        </p:nvSpPr>
        <p:spPr bwMode="auto">
          <a:xfrm>
            <a:off x="1344058" y="444500"/>
            <a:ext cx="9683826" cy="63494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68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219</Words>
  <Application>Microsoft Office PowerPoint</Application>
  <PresentationFormat>Widescreen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Shipman</dc:creator>
  <cp:lastModifiedBy>Joshua Shipman</cp:lastModifiedBy>
  <cp:revision>17</cp:revision>
  <dcterms:created xsi:type="dcterms:W3CDTF">2020-06-01T18:51:22Z</dcterms:created>
  <dcterms:modified xsi:type="dcterms:W3CDTF">2024-09-16T22:26:08Z</dcterms:modified>
</cp:coreProperties>
</file>